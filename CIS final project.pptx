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Raleway"/>
      <p:regular r:id="rId16"/>
      <p:bold r:id="rId17"/>
      <p:italic r:id="rId18"/>
      <p:boldItalic r:id="rId19"/>
    </p:embeddedFont>
    <p:embeddedFont>
      <p:font typeface="Raleway ExtraBold"/>
      <p:bold r:id="rId20"/>
      <p:boldItalic r:id="rId21"/>
    </p:embeddedFont>
    <p:embeddedFont>
      <p:font typeface="Arimo"/>
      <p:regular r:id="rId22"/>
      <p:bold r:id="rId23"/>
      <p:italic r:id="rId24"/>
      <p:boldItalic r:id="rId25"/>
    </p:embeddedFont>
    <p:embeddedFont>
      <p:font typeface="Poppins"/>
      <p:regular r:id="rId26"/>
      <p:bold r:id="rId27"/>
      <p:italic r:id="rId28"/>
      <p:boldItalic r:id="rId29"/>
    </p:embeddedFont>
    <p:embeddedFont>
      <p:font typeface="Inter"/>
      <p:regular r:id="rId30"/>
      <p:bold r:id="rId31"/>
      <p:italic r:id="rId32"/>
      <p:boldItalic r:id="rId33"/>
    </p:embeddedFont>
    <p:embeddedFont>
      <p:font typeface="Poppins ExtraBold"/>
      <p:bold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ExtraBold-bold.fntdata"/><Relationship Id="rId22" Type="http://schemas.openxmlformats.org/officeDocument/2006/relationships/font" Target="fonts/Arimo-regular.fntdata"/><Relationship Id="rId21" Type="http://schemas.openxmlformats.org/officeDocument/2006/relationships/font" Target="fonts/RalewayExtraBold-boldItalic.fntdata"/><Relationship Id="rId24" Type="http://schemas.openxmlformats.org/officeDocument/2006/relationships/font" Target="fonts/Arimo-italic.fntdata"/><Relationship Id="rId23" Type="http://schemas.openxmlformats.org/officeDocument/2006/relationships/font" Target="fonts/Arim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regular.fntdata"/><Relationship Id="rId25" Type="http://schemas.openxmlformats.org/officeDocument/2006/relationships/font" Target="fonts/Arimo-boldItalic.fntdata"/><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bold.fntdata"/><Relationship Id="rId30" Type="http://schemas.openxmlformats.org/officeDocument/2006/relationships/font" Target="fonts/Inter-regular.fntdata"/><Relationship Id="rId11" Type="http://schemas.openxmlformats.org/officeDocument/2006/relationships/slide" Target="slides/slide7.xml"/><Relationship Id="rId33" Type="http://schemas.openxmlformats.org/officeDocument/2006/relationships/font" Target="fonts/Inter-boldItalic.fntdata"/><Relationship Id="rId10" Type="http://schemas.openxmlformats.org/officeDocument/2006/relationships/slide" Target="slides/slide6.xml"/><Relationship Id="rId32" Type="http://schemas.openxmlformats.org/officeDocument/2006/relationships/font" Target="fonts/Inter-italic.fntdata"/><Relationship Id="rId13" Type="http://schemas.openxmlformats.org/officeDocument/2006/relationships/slide" Target="slides/slide9.xml"/><Relationship Id="rId35" Type="http://schemas.openxmlformats.org/officeDocument/2006/relationships/font" Target="fonts/PoppinsExtraBold-boldItalic.fntdata"/><Relationship Id="rId12" Type="http://schemas.openxmlformats.org/officeDocument/2006/relationships/slide" Target="slides/slide8.xml"/><Relationship Id="rId34" Type="http://schemas.openxmlformats.org/officeDocument/2006/relationships/font" Target="fonts/PoppinsExtraBold-bold.fntdata"/><Relationship Id="rId15" Type="http://schemas.openxmlformats.org/officeDocument/2006/relationships/slide" Target="slides/slide11.xml"/><Relationship Id="rId37" Type="http://schemas.openxmlformats.org/officeDocument/2006/relationships/font" Target="fonts/OpenSans-bold.fntdata"/><Relationship Id="rId14" Type="http://schemas.openxmlformats.org/officeDocument/2006/relationships/slide" Target="slides/slide10.xml"/><Relationship Id="rId36" Type="http://schemas.openxmlformats.org/officeDocument/2006/relationships/font" Target="fonts/OpenSans-regular.fntdata"/><Relationship Id="rId17" Type="http://schemas.openxmlformats.org/officeDocument/2006/relationships/font" Target="fonts/Raleway-bold.fntdata"/><Relationship Id="rId39" Type="http://schemas.openxmlformats.org/officeDocument/2006/relationships/font" Target="fonts/OpenSans-boldItalic.fntdata"/><Relationship Id="rId16" Type="http://schemas.openxmlformats.org/officeDocument/2006/relationships/font" Target="fonts/Raleway-regular.fntdata"/><Relationship Id="rId38" Type="http://schemas.openxmlformats.org/officeDocument/2006/relationships/font" Target="fonts/OpenSans-italic.fntdata"/><Relationship Id="rId19" Type="http://schemas.openxmlformats.org/officeDocument/2006/relationships/font" Target="fonts/Raleway-boldItalic.fntdata"/><Relationship Id="rId1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g3146cb5cc3e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3" name="Google Shape;2043;g3146cb5cc3e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g3146cb5cc3e_0_28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7" name="Google Shape;2067;g3146cb5cc3e_0_28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3146cb5cc3e_0_60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9" name="Google Shape;2129;g3146cb5cc3e_0_60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aec0b763fe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0" name="Google Shape;2150;g3aec0b763fe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6" name="Shape 2166"/>
        <p:cNvGrpSpPr/>
        <p:nvPr/>
      </p:nvGrpSpPr>
      <p:grpSpPr>
        <a:xfrm>
          <a:off x="0" y="0"/>
          <a:ext cx="0" cy="0"/>
          <a:chOff x="0" y="0"/>
          <a:chExt cx="0" cy="0"/>
        </a:xfrm>
      </p:grpSpPr>
      <p:sp>
        <p:nvSpPr>
          <p:cNvPr id="2167" name="Google Shape;2167;g3146cb5cc3e_0_316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8" name="Google Shape;2168;g3146cb5cc3e_0_316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g3146cb5cc3e_0_159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4" name="Google Shape;2194;g3146cb5cc3e_0_159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5" name="Shape 2215"/>
        <p:cNvGrpSpPr/>
        <p:nvPr/>
      </p:nvGrpSpPr>
      <p:grpSpPr>
        <a:xfrm>
          <a:off x="0" y="0"/>
          <a:ext cx="0" cy="0"/>
          <a:chOff x="0" y="0"/>
          <a:chExt cx="0" cy="0"/>
        </a:xfrm>
      </p:grpSpPr>
      <p:sp>
        <p:nvSpPr>
          <p:cNvPr id="2216" name="Google Shape;2216;g3aec0b763fe_3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7" name="Google Shape;2217;g3aec0b763fe_3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3aec0b763fe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3aec0b763fe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aec0b763fe_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4" name="Google Shape;2234;g3aec0b763fe_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0" name="Shape 2240"/>
        <p:cNvGrpSpPr/>
        <p:nvPr/>
      </p:nvGrpSpPr>
      <p:grpSpPr>
        <a:xfrm>
          <a:off x="0" y="0"/>
          <a:ext cx="0" cy="0"/>
          <a:chOff x="0" y="0"/>
          <a:chExt cx="0" cy="0"/>
        </a:xfrm>
      </p:grpSpPr>
      <p:sp>
        <p:nvSpPr>
          <p:cNvPr id="2241" name="Google Shape;2241;g3aec0b763fe_2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2" name="Google Shape;2242;g3aec0b763fe_2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g3146cb5cc3e_0_43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8" name="Google Shape;2248;g3146cb5cc3e_0_433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69225" y="560775"/>
            <a:ext cx="6805500" cy="22956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677750" y="3231851"/>
            <a:ext cx="5788500" cy="669000"/>
          </a:xfrm>
          <a:prstGeom prst="rect">
            <a:avLst/>
          </a:prstGeom>
          <a:ln>
            <a:noFill/>
          </a:ln>
        </p:spPr>
        <p:txBody>
          <a:bodyPr anchorCtr="0" anchor="t" bIns="91425" lIns="91425" spcFirstLastPara="1" rIns="91425" wrap="square" tIns="91425">
            <a:noAutofit/>
          </a:bodyPr>
          <a:lstStyle>
            <a:lvl1pPr lvl="0" algn="ctr">
              <a:lnSpc>
                <a:spcPct val="90000"/>
              </a:lnSpc>
              <a:spcBef>
                <a:spcPts val="75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450421" y="-383841"/>
            <a:ext cx="1507871" cy="1510263"/>
            <a:chOff x="39184" y="-151930"/>
            <a:chExt cx="1309825" cy="1311903"/>
          </a:xfrm>
        </p:grpSpPr>
        <p:sp>
          <p:nvSpPr>
            <p:cNvPr id="12" name="Google Shape;12;p2"/>
            <p:cNvSpPr/>
            <p:nvPr/>
          </p:nvSpPr>
          <p:spPr>
            <a:xfrm>
              <a:off x="1304909" y="54495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1105499" y="62891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1034132" y="70028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1046726" y="572240"/>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975359" y="643608"/>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775949" y="727570"/>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717176" y="66879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647907" y="740164"/>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389725" y="765353"/>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899793" y="13983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828425" y="21120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841020" y="81064"/>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641610" y="167125"/>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570243" y="23639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582837" y="10835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511469" y="179719"/>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
            <p:cNvSpPr/>
            <p:nvPr/>
          </p:nvSpPr>
          <p:spPr>
            <a:xfrm>
              <a:off x="312060" y="263681"/>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255386" y="204908"/>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84018" y="276275"/>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 name="Google Shape;129;p2"/>
          <p:cNvGrpSpPr/>
          <p:nvPr/>
        </p:nvGrpSpPr>
        <p:grpSpPr>
          <a:xfrm flipH="1">
            <a:off x="8057468" y="4108382"/>
            <a:ext cx="1507871" cy="1510263"/>
            <a:chOff x="39184" y="-151930"/>
            <a:chExt cx="1309825" cy="1311903"/>
          </a:xfrm>
        </p:grpSpPr>
        <p:sp>
          <p:nvSpPr>
            <p:cNvPr id="130" name="Google Shape;130;p2"/>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2"/>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7" name="Shape 247"/>
        <p:cNvGrpSpPr/>
        <p:nvPr/>
      </p:nvGrpSpPr>
      <p:grpSpPr>
        <a:xfrm>
          <a:off x="0" y="0"/>
          <a:ext cx="0" cy="0"/>
          <a:chOff x="0" y="0"/>
          <a:chExt cx="0" cy="0"/>
        </a:xfrm>
      </p:grpSpPr>
      <p:sp>
        <p:nvSpPr>
          <p:cNvPr id="248" name="Google Shape;248;p3"/>
          <p:cNvSpPr/>
          <p:nvPr/>
        </p:nvSpPr>
        <p:spPr>
          <a:xfrm>
            <a:off x="723900" y="862425"/>
            <a:ext cx="1257300" cy="968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249" name="Google Shape;249;p3"/>
          <p:cNvSpPr txBox="1"/>
          <p:nvPr>
            <p:ph type="title"/>
          </p:nvPr>
        </p:nvSpPr>
        <p:spPr>
          <a:xfrm>
            <a:off x="629525" y="1989775"/>
            <a:ext cx="7463100" cy="1224600"/>
          </a:xfrm>
          <a:prstGeom prst="rect">
            <a:avLst/>
          </a:prstGeom>
          <a:ln>
            <a:noFill/>
          </a:ln>
        </p:spPr>
        <p:txBody>
          <a:bodyPr anchorCtr="0" anchor="b" bIns="91425" lIns="91425" spcFirstLastPara="1" rIns="91425" wrap="square" tIns="91425">
            <a:noAutofit/>
          </a:bodyPr>
          <a:lstStyle>
            <a:lvl1pPr lvl="0">
              <a:lnSpc>
                <a:spcPct val="90000"/>
              </a:lnSpc>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0" name="Google Shape;250;p3"/>
          <p:cNvSpPr txBox="1"/>
          <p:nvPr>
            <p:ph hasCustomPrompt="1" idx="2" type="title"/>
          </p:nvPr>
        </p:nvSpPr>
        <p:spPr>
          <a:xfrm>
            <a:off x="723900" y="862425"/>
            <a:ext cx="1257300" cy="968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1" name="Google Shape;251;p3"/>
          <p:cNvSpPr txBox="1"/>
          <p:nvPr>
            <p:ph idx="1" type="subTitle"/>
          </p:nvPr>
        </p:nvSpPr>
        <p:spPr>
          <a:xfrm>
            <a:off x="629525" y="3141225"/>
            <a:ext cx="7463100" cy="4497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252" name="Google Shape;252;p3"/>
          <p:cNvGrpSpPr/>
          <p:nvPr/>
        </p:nvGrpSpPr>
        <p:grpSpPr>
          <a:xfrm>
            <a:off x="-36383" y="-155066"/>
            <a:ext cx="9557011" cy="5716646"/>
            <a:chOff x="-36383" y="-155066"/>
            <a:chExt cx="9557011" cy="5716646"/>
          </a:xfrm>
        </p:grpSpPr>
        <p:grpSp>
          <p:nvGrpSpPr>
            <p:cNvPr id="253" name="Google Shape;253;p3"/>
            <p:cNvGrpSpPr/>
            <p:nvPr/>
          </p:nvGrpSpPr>
          <p:grpSpPr>
            <a:xfrm rot="10800000">
              <a:off x="7204195" y="-155066"/>
              <a:ext cx="2187094" cy="2789634"/>
              <a:chOff x="3700202" y="2700338"/>
              <a:chExt cx="1654132" cy="2109842"/>
            </a:xfrm>
          </p:grpSpPr>
          <p:sp>
            <p:nvSpPr>
              <p:cNvPr id="254" name="Google Shape;254;p3"/>
              <p:cNvSpPr/>
              <p:nvPr/>
            </p:nvSpPr>
            <p:spPr>
              <a:xfrm>
                <a:off x="3700202" y="2700338"/>
                <a:ext cx="1654132" cy="2109842"/>
              </a:xfrm>
              <a:custGeom>
                <a:rect b="b" l="l" r="r" t="t"/>
                <a:pathLst>
                  <a:path extrusionOk="0" h="63780" w="50004">
                    <a:moveTo>
                      <a:pt x="50004" y="50004"/>
                    </a:moveTo>
                    <a:lnTo>
                      <a:pt x="0" y="0"/>
                    </a:lnTo>
                    <a:lnTo>
                      <a:pt x="79" y="29993"/>
                    </a:lnTo>
                    <a:lnTo>
                      <a:pt x="33867" y="63780"/>
                    </a:lnTo>
                    <a:lnTo>
                      <a:pt x="50001" y="63703"/>
                    </a:lnTo>
                    <a:lnTo>
                      <a:pt x="50004" y="50004"/>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
              <p:cNvSpPr/>
              <p:nvPr/>
            </p:nvSpPr>
            <p:spPr>
              <a:xfrm>
                <a:off x="3703377" y="3690938"/>
                <a:ext cx="1117623" cy="1117589"/>
              </a:xfrm>
              <a:custGeom>
                <a:rect b="b" l="l" r="r" t="t"/>
                <a:pathLst>
                  <a:path extrusionOk="0" h="33787" w="33788">
                    <a:moveTo>
                      <a:pt x="0" y="0"/>
                    </a:moveTo>
                    <a:lnTo>
                      <a:pt x="33788" y="33787"/>
                    </a:lnTo>
                    <a:lnTo>
                      <a:pt x="36" y="33751"/>
                    </a:lnTo>
                    <a:lnTo>
                      <a:pt x="0"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
              <p:cNvSpPr/>
              <p:nvPr/>
            </p:nvSpPr>
            <p:spPr>
              <a:xfrm>
                <a:off x="4057390" y="3656013"/>
                <a:ext cx="935041" cy="652454"/>
              </a:xfrm>
              <a:custGeom>
                <a:rect b="b" l="l" r="r" t="t"/>
                <a:pathLst>
                  <a:path extrusionOk="0" h="19728" w="28281">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
              <p:cNvSpPr/>
              <p:nvPr/>
            </p:nvSpPr>
            <p:spPr>
              <a:xfrm>
                <a:off x="3746240" y="3967163"/>
                <a:ext cx="935041" cy="652471"/>
              </a:xfrm>
              <a:custGeom>
                <a:rect b="b" l="l" r="r" t="t"/>
                <a:pathLst>
                  <a:path extrusionOk="0" h="19727" w="28281">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
              <p:cNvSpPr/>
              <p:nvPr/>
            </p:nvSpPr>
            <p:spPr>
              <a:xfrm>
                <a:off x="4128827" y="3976688"/>
                <a:ext cx="401633" cy="401633"/>
              </a:xfrm>
              <a:custGeom>
                <a:rect b="b" l="l" r="r" t="t"/>
                <a:pathLst>
                  <a:path extrusionOk="0" h="12133" w="12133">
                    <a:moveTo>
                      <a:pt x="2647" y="9486"/>
                    </a:moveTo>
                    <a:cubicBezTo>
                      <a:pt x="5261" y="12100"/>
                      <a:pt x="9471" y="12133"/>
                      <a:pt x="12133" y="9597"/>
                    </a:cubicBezTo>
                    <a:lnTo>
                      <a:pt x="2536" y="0"/>
                    </a:lnTo>
                    <a:cubicBezTo>
                      <a:pt x="0" y="2662"/>
                      <a:pt x="33" y="6872"/>
                      <a:pt x="2647" y="9486"/>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
              <p:cNvSpPr/>
              <p:nvPr/>
            </p:nvSpPr>
            <p:spPr>
              <a:xfrm>
                <a:off x="4211377" y="3895725"/>
                <a:ext cx="401633" cy="401633"/>
              </a:xfrm>
              <a:custGeom>
                <a:rect b="b" l="l" r="r" t="t"/>
                <a:pathLst>
                  <a:path extrusionOk="0" h="12133" w="12133">
                    <a:moveTo>
                      <a:pt x="9486" y="2647"/>
                    </a:moveTo>
                    <a:cubicBezTo>
                      <a:pt x="6872" y="33"/>
                      <a:pt x="2662" y="0"/>
                      <a:pt x="0" y="2536"/>
                    </a:cubicBezTo>
                    <a:lnTo>
                      <a:pt x="9597" y="12133"/>
                    </a:lnTo>
                    <a:cubicBezTo>
                      <a:pt x="12133" y="9471"/>
                      <a:pt x="12100" y="5261"/>
                      <a:pt x="9486" y="2647"/>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0" name="Google Shape;260;p3"/>
            <p:cNvSpPr/>
            <p:nvPr/>
          </p:nvSpPr>
          <p:spPr>
            <a:xfrm rot="5400000">
              <a:off x="7874" y="3678747"/>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1" name="Google Shape;261;p3"/>
            <p:cNvGrpSpPr/>
            <p:nvPr/>
          </p:nvGrpSpPr>
          <p:grpSpPr>
            <a:xfrm>
              <a:off x="-36383" y="4107925"/>
              <a:ext cx="1658229" cy="1282495"/>
              <a:chOff x="5136226" y="2246221"/>
              <a:chExt cx="1254144" cy="969970"/>
            </a:xfrm>
          </p:grpSpPr>
          <p:sp>
            <p:nvSpPr>
              <p:cNvPr id="262" name="Google Shape;262;p3"/>
              <p:cNvSpPr/>
              <p:nvPr/>
            </p:nvSpPr>
            <p:spPr>
              <a:xfrm>
                <a:off x="5448964" y="2246221"/>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3"/>
              <p:cNvSpPr/>
              <p:nvPr/>
            </p:nvSpPr>
            <p:spPr>
              <a:xfrm>
                <a:off x="5136226" y="2558958"/>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
              <p:cNvSpPr/>
              <p:nvPr/>
            </p:nvSpPr>
            <p:spPr>
              <a:xfrm>
                <a:off x="5521989" y="2570071"/>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
              <p:cNvSpPr/>
              <p:nvPr/>
            </p:nvSpPr>
            <p:spPr>
              <a:xfrm>
                <a:off x="5604539" y="2487521"/>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 name="Google Shape;266;p3"/>
            <p:cNvGrpSpPr/>
            <p:nvPr/>
          </p:nvGrpSpPr>
          <p:grpSpPr>
            <a:xfrm flipH="1">
              <a:off x="8012757" y="4051317"/>
              <a:ext cx="1507871" cy="1510263"/>
              <a:chOff x="39184" y="-151930"/>
              <a:chExt cx="1309825" cy="1311903"/>
            </a:xfrm>
          </p:grpSpPr>
          <p:sp>
            <p:nvSpPr>
              <p:cNvPr id="267" name="Google Shape;267;p3"/>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3"/>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3"/>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3"/>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3"/>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3"/>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3"/>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3"/>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3"/>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3"/>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3"/>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3"/>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3"/>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3"/>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3"/>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4" name="Shape 384"/>
        <p:cNvGrpSpPr/>
        <p:nvPr/>
      </p:nvGrpSpPr>
      <p:grpSpPr>
        <a:xfrm>
          <a:off x="0" y="0"/>
          <a:ext cx="0" cy="0"/>
          <a:chOff x="0" y="0"/>
          <a:chExt cx="0" cy="0"/>
        </a:xfrm>
      </p:grpSpPr>
      <p:sp>
        <p:nvSpPr>
          <p:cNvPr id="385" name="Google Shape;385;p4"/>
          <p:cNvSpPr txBox="1"/>
          <p:nvPr>
            <p:ph type="title"/>
          </p:nvPr>
        </p:nvSpPr>
        <p:spPr>
          <a:xfrm>
            <a:off x="720000" y="523275"/>
            <a:ext cx="7704000" cy="668400"/>
          </a:xfrm>
          <a:prstGeom prst="rect">
            <a:avLst/>
          </a:prstGeom>
          <a:ln>
            <a:noFill/>
          </a:ln>
        </p:spPr>
        <p:txBody>
          <a:bodyPr anchorCtr="0" anchor="t"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86" name="Google Shape;386;p4"/>
          <p:cNvSpPr txBox="1"/>
          <p:nvPr>
            <p:ph idx="1" type="body"/>
          </p:nvPr>
        </p:nvSpPr>
        <p:spPr>
          <a:xfrm>
            <a:off x="720000" y="1152475"/>
            <a:ext cx="7704000" cy="105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Arial"/>
              <a:buChar char="•"/>
              <a:defRPr sz="1200">
                <a:solidFill>
                  <a:srgbClr val="434343"/>
                </a:solidFill>
              </a:defRPr>
            </a:lvl1pPr>
            <a:lvl2pPr indent="-317500" lvl="1" marL="914400" rtl="0">
              <a:lnSpc>
                <a:spcPct val="115000"/>
              </a:lnSpc>
              <a:spcBef>
                <a:spcPts val="0"/>
              </a:spcBef>
              <a:spcAft>
                <a:spcPts val="0"/>
              </a:spcAft>
              <a:buClr>
                <a:srgbClr val="000000"/>
              </a:buClr>
              <a:buSzPts val="1400"/>
              <a:buFont typeface="Arial"/>
              <a:buChar char="○"/>
              <a:defRPr>
                <a:solidFill>
                  <a:srgbClr val="434343"/>
                </a:solidFill>
              </a:defRPr>
            </a:lvl2pPr>
            <a:lvl3pPr indent="-317500" lvl="2" marL="1371600" rtl="0">
              <a:lnSpc>
                <a:spcPct val="115000"/>
              </a:lnSpc>
              <a:spcBef>
                <a:spcPts val="0"/>
              </a:spcBef>
              <a:spcAft>
                <a:spcPts val="0"/>
              </a:spcAft>
              <a:buClr>
                <a:srgbClr val="000000"/>
              </a:buClr>
              <a:buSzPts val="1400"/>
              <a:buFont typeface="Arial"/>
              <a:buChar char="■"/>
              <a:defRPr>
                <a:solidFill>
                  <a:srgbClr val="434343"/>
                </a:solidFill>
              </a:defRPr>
            </a:lvl3pPr>
            <a:lvl4pPr indent="-317500" lvl="3" marL="1828800" rtl="0">
              <a:lnSpc>
                <a:spcPct val="115000"/>
              </a:lnSpc>
              <a:spcBef>
                <a:spcPts val="0"/>
              </a:spcBef>
              <a:spcAft>
                <a:spcPts val="0"/>
              </a:spcAft>
              <a:buClr>
                <a:srgbClr val="000000"/>
              </a:buClr>
              <a:buSzPts val="1400"/>
              <a:buFont typeface="Arial"/>
              <a:buChar char="●"/>
              <a:defRPr>
                <a:solidFill>
                  <a:srgbClr val="434343"/>
                </a:solidFill>
              </a:defRPr>
            </a:lvl4pPr>
            <a:lvl5pPr indent="-317500" lvl="4" marL="2286000" rtl="0">
              <a:lnSpc>
                <a:spcPct val="115000"/>
              </a:lnSpc>
              <a:spcBef>
                <a:spcPts val="0"/>
              </a:spcBef>
              <a:spcAft>
                <a:spcPts val="0"/>
              </a:spcAft>
              <a:buClr>
                <a:srgbClr val="000000"/>
              </a:buClr>
              <a:buSzPts val="1400"/>
              <a:buFont typeface="Arial"/>
              <a:buChar char="○"/>
              <a:defRPr>
                <a:solidFill>
                  <a:srgbClr val="434343"/>
                </a:solidFill>
              </a:defRPr>
            </a:lvl5pPr>
            <a:lvl6pPr indent="-317500" lvl="5" marL="2743200" rtl="0">
              <a:lnSpc>
                <a:spcPct val="115000"/>
              </a:lnSpc>
              <a:spcBef>
                <a:spcPts val="0"/>
              </a:spcBef>
              <a:spcAft>
                <a:spcPts val="0"/>
              </a:spcAft>
              <a:buClr>
                <a:srgbClr val="000000"/>
              </a:buClr>
              <a:buSzPts val="1400"/>
              <a:buFont typeface="Arial"/>
              <a:buChar char="■"/>
              <a:defRPr>
                <a:solidFill>
                  <a:srgbClr val="434343"/>
                </a:solidFill>
              </a:defRPr>
            </a:lvl6pPr>
            <a:lvl7pPr indent="-317500" lvl="6" marL="3200400" rtl="0">
              <a:lnSpc>
                <a:spcPct val="115000"/>
              </a:lnSpc>
              <a:spcBef>
                <a:spcPts val="0"/>
              </a:spcBef>
              <a:spcAft>
                <a:spcPts val="0"/>
              </a:spcAft>
              <a:buClr>
                <a:srgbClr val="000000"/>
              </a:buClr>
              <a:buSzPts val="1400"/>
              <a:buFont typeface="Arial"/>
              <a:buChar char="●"/>
              <a:defRPr>
                <a:solidFill>
                  <a:srgbClr val="434343"/>
                </a:solidFill>
              </a:defRPr>
            </a:lvl7pPr>
            <a:lvl8pPr indent="-317500" lvl="7" marL="3657600" rtl="0">
              <a:lnSpc>
                <a:spcPct val="115000"/>
              </a:lnSpc>
              <a:spcBef>
                <a:spcPts val="0"/>
              </a:spcBef>
              <a:spcAft>
                <a:spcPts val="0"/>
              </a:spcAft>
              <a:buClr>
                <a:srgbClr val="000000"/>
              </a:buClr>
              <a:buSzPts val="1400"/>
              <a:buFont typeface="Arial"/>
              <a:buChar char="○"/>
              <a:defRPr>
                <a:solidFill>
                  <a:srgbClr val="434343"/>
                </a:solidFill>
              </a:defRPr>
            </a:lvl8pPr>
            <a:lvl9pPr indent="-317500" lvl="8" marL="4114800" rtl="0">
              <a:lnSpc>
                <a:spcPct val="115000"/>
              </a:lnSpc>
              <a:spcBef>
                <a:spcPts val="0"/>
              </a:spcBef>
              <a:spcAft>
                <a:spcPts val="0"/>
              </a:spcAft>
              <a:buClr>
                <a:srgbClr val="000000"/>
              </a:buClr>
              <a:buSzPts val="1400"/>
              <a:buFont typeface="Arial"/>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7" name="Shape 387"/>
        <p:cNvGrpSpPr/>
        <p:nvPr/>
      </p:nvGrpSpPr>
      <p:grpSpPr>
        <a:xfrm>
          <a:off x="0" y="0"/>
          <a:ext cx="0" cy="0"/>
          <a:chOff x="0" y="0"/>
          <a:chExt cx="0" cy="0"/>
        </a:xfrm>
      </p:grpSpPr>
      <p:sp>
        <p:nvSpPr>
          <p:cNvPr id="388" name="Google Shape;388;p5"/>
          <p:cNvSpPr txBox="1"/>
          <p:nvPr>
            <p:ph idx="1" type="subTitle"/>
          </p:nvPr>
        </p:nvSpPr>
        <p:spPr>
          <a:xfrm>
            <a:off x="1290750" y="2672122"/>
            <a:ext cx="2907600" cy="425700"/>
          </a:xfrm>
          <a:prstGeom prst="rect">
            <a:avLst/>
          </a:prstGeom>
        </p:spPr>
        <p:txBody>
          <a:bodyPr anchorCtr="0" anchor="t" bIns="91425" lIns="91425" spcFirstLastPara="1" rIns="91425" wrap="square" tIns="91425">
            <a:noAutofit/>
          </a:bodyPr>
          <a:lstStyle>
            <a:lvl1pPr lvl="0">
              <a:lnSpc>
                <a:spcPct val="90000"/>
              </a:lnSpc>
              <a:spcBef>
                <a:spcPts val="750"/>
              </a:spcBef>
              <a:spcAft>
                <a:spcPts val="0"/>
              </a:spcAft>
              <a:buSzPts val="2400"/>
              <a:buFont typeface="Raleway"/>
              <a:buNone/>
              <a:defRPr sz="2400">
                <a:latin typeface="Raleway ExtraBold"/>
                <a:ea typeface="Raleway ExtraBold"/>
                <a:cs typeface="Raleway ExtraBold"/>
                <a:sym typeface="Raleway Extra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9" name="Google Shape;389;p5"/>
          <p:cNvSpPr txBox="1"/>
          <p:nvPr>
            <p:ph idx="2" type="subTitle"/>
          </p:nvPr>
        </p:nvSpPr>
        <p:spPr>
          <a:xfrm>
            <a:off x="4945625" y="2672122"/>
            <a:ext cx="2907600" cy="4257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sz="2400">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90" name="Google Shape;390;p5"/>
          <p:cNvSpPr txBox="1"/>
          <p:nvPr>
            <p:ph idx="3" type="subTitle"/>
          </p:nvPr>
        </p:nvSpPr>
        <p:spPr>
          <a:xfrm>
            <a:off x="1290750" y="3097824"/>
            <a:ext cx="2907600" cy="11670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2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91" name="Google Shape;391;p5"/>
          <p:cNvSpPr txBox="1"/>
          <p:nvPr>
            <p:ph idx="4" type="subTitle"/>
          </p:nvPr>
        </p:nvSpPr>
        <p:spPr>
          <a:xfrm>
            <a:off x="4945625" y="3097824"/>
            <a:ext cx="2907600" cy="11670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2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92" name="Google Shape;392;p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393" name="Google Shape;393;p5"/>
          <p:cNvGrpSpPr/>
          <p:nvPr/>
        </p:nvGrpSpPr>
        <p:grpSpPr>
          <a:xfrm>
            <a:off x="-15990" y="3526515"/>
            <a:ext cx="2300520" cy="2575530"/>
            <a:chOff x="3238240" y="323850"/>
            <a:chExt cx="1739919" cy="1947912"/>
          </a:xfrm>
        </p:grpSpPr>
        <p:sp>
          <p:nvSpPr>
            <p:cNvPr id="394" name="Google Shape;394;p5"/>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5"/>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9" name="Shape 399"/>
        <p:cNvGrpSpPr/>
        <p:nvPr/>
      </p:nvGrpSpPr>
      <p:grpSpPr>
        <a:xfrm>
          <a:off x="0" y="0"/>
          <a:ext cx="0" cy="0"/>
          <a:chOff x="0" y="0"/>
          <a:chExt cx="0" cy="0"/>
        </a:xfrm>
      </p:grpSpPr>
      <p:sp>
        <p:nvSpPr>
          <p:cNvPr id="400" name="Google Shape;400;p6"/>
          <p:cNvSpPr txBox="1"/>
          <p:nvPr>
            <p:ph type="title"/>
          </p:nvPr>
        </p:nvSpPr>
        <p:spPr>
          <a:xfrm>
            <a:off x="723900" y="552450"/>
            <a:ext cx="7696200" cy="715500"/>
          </a:xfrm>
          <a:prstGeom prst="rect">
            <a:avLst/>
          </a:prstGeom>
          <a:ln>
            <a:noFill/>
          </a:ln>
        </p:spPr>
        <p:txBody>
          <a:bodyPr anchorCtr="0" anchor="ctr"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401" name="Google Shape;401;p6"/>
          <p:cNvGrpSpPr/>
          <p:nvPr/>
        </p:nvGrpSpPr>
        <p:grpSpPr>
          <a:xfrm>
            <a:off x="-426172" y="-639686"/>
            <a:ext cx="10263181" cy="6395837"/>
            <a:chOff x="-426172" y="-639686"/>
            <a:chExt cx="10263181" cy="6395837"/>
          </a:xfrm>
        </p:grpSpPr>
        <p:sp>
          <p:nvSpPr>
            <p:cNvPr id="402" name="Google Shape;402;p6"/>
            <p:cNvSpPr/>
            <p:nvPr/>
          </p:nvSpPr>
          <p:spPr>
            <a:xfrm>
              <a:off x="8420420" y="4398962"/>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3" name="Google Shape;403;p6"/>
            <p:cNvGrpSpPr/>
            <p:nvPr/>
          </p:nvGrpSpPr>
          <p:grpSpPr>
            <a:xfrm>
              <a:off x="-426172" y="4245888"/>
              <a:ext cx="1507871" cy="1510263"/>
              <a:chOff x="39184" y="-151930"/>
              <a:chExt cx="1309825" cy="1311903"/>
            </a:xfrm>
          </p:grpSpPr>
          <p:sp>
            <p:nvSpPr>
              <p:cNvPr id="404" name="Google Shape;404;p6"/>
              <p:cNvSpPr/>
              <p:nvPr/>
            </p:nvSpPr>
            <p:spPr>
              <a:xfrm>
                <a:off x="1304909" y="54495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6"/>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6"/>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6"/>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6"/>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6"/>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6"/>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6"/>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6"/>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
              <p:cNvSpPr/>
              <p:nvPr/>
            </p:nvSpPr>
            <p:spPr>
              <a:xfrm>
                <a:off x="1105499" y="62891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6"/>
              <p:cNvSpPr/>
              <p:nvPr/>
            </p:nvSpPr>
            <p:spPr>
              <a:xfrm>
                <a:off x="1034132" y="70028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6"/>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6"/>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6"/>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6"/>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6"/>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6"/>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6"/>
              <p:cNvSpPr/>
              <p:nvPr/>
            </p:nvSpPr>
            <p:spPr>
              <a:xfrm>
                <a:off x="1046726" y="572240"/>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6"/>
              <p:cNvSpPr/>
              <p:nvPr/>
            </p:nvSpPr>
            <p:spPr>
              <a:xfrm>
                <a:off x="975359" y="643608"/>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6"/>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6"/>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6"/>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6"/>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6"/>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6"/>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6"/>
              <p:cNvSpPr/>
              <p:nvPr/>
            </p:nvSpPr>
            <p:spPr>
              <a:xfrm>
                <a:off x="775949" y="727570"/>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6"/>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6"/>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6"/>
              <p:cNvSpPr/>
              <p:nvPr/>
            </p:nvSpPr>
            <p:spPr>
              <a:xfrm>
                <a:off x="717176" y="66879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6"/>
              <p:cNvSpPr/>
              <p:nvPr/>
            </p:nvSpPr>
            <p:spPr>
              <a:xfrm>
                <a:off x="647907" y="740164"/>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6"/>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6"/>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6"/>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6"/>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6"/>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6"/>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6"/>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6"/>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6"/>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6"/>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6"/>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6"/>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6"/>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6"/>
              <p:cNvSpPr/>
              <p:nvPr/>
            </p:nvSpPr>
            <p:spPr>
              <a:xfrm>
                <a:off x="389725" y="765353"/>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6"/>
              <p:cNvSpPr/>
              <p:nvPr/>
            </p:nvSpPr>
            <p:spPr>
              <a:xfrm>
                <a:off x="899793" y="13983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6"/>
              <p:cNvSpPr/>
              <p:nvPr/>
            </p:nvSpPr>
            <p:spPr>
              <a:xfrm>
                <a:off x="828425" y="21120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6"/>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6"/>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6"/>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6"/>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6"/>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6"/>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6"/>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6"/>
              <p:cNvSpPr/>
              <p:nvPr/>
            </p:nvSpPr>
            <p:spPr>
              <a:xfrm>
                <a:off x="841020" y="81064"/>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6"/>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6"/>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6"/>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6"/>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6"/>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6"/>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6"/>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6"/>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6"/>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6"/>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6"/>
              <p:cNvSpPr/>
              <p:nvPr/>
            </p:nvSpPr>
            <p:spPr>
              <a:xfrm>
                <a:off x="641610" y="167125"/>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6"/>
              <p:cNvSpPr/>
              <p:nvPr/>
            </p:nvSpPr>
            <p:spPr>
              <a:xfrm>
                <a:off x="570243" y="23639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6"/>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6"/>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6"/>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6"/>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6"/>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6"/>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6"/>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6"/>
              <p:cNvSpPr/>
              <p:nvPr/>
            </p:nvSpPr>
            <p:spPr>
              <a:xfrm>
                <a:off x="582837" y="10835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6"/>
              <p:cNvSpPr/>
              <p:nvPr/>
            </p:nvSpPr>
            <p:spPr>
              <a:xfrm>
                <a:off x="511469" y="179719"/>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6"/>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6"/>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6"/>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6"/>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6"/>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6"/>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6"/>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6"/>
              <p:cNvSpPr/>
              <p:nvPr/>
            </p:nvSpPr>
            <p:spPr>
              <a:xfrm>
                <a:off x="312060" y="263681"/>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6"/>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6"/>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6"/>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6"/>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6"/>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6"/>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6"/>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6"/>
              <p:cNvSpPr/>
              <p:nvPr/>
            </p:nvSpPr>
            <p:spPr>
              <a:xfrm>
                <a:off x="255386" y="204908"/>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6"/>
              <p:cNvSpPr/>
              <p:nvPr/>
            </p:nvSpPr>
            <p:spPr>
              <a:xfrm>
                <a:off x="184018" y="276275"/>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6"/>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6"/>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1" name="Google Shape;521;p6"/>
            <p:cNvGrpSpPr/>
            <p:nvPr/>
          </p:nvGrpSpPr>
          <p:grpSpPr>
            <a:xfrm flipH="1">
              <a:off x="8329138" y="-639686"/>
              <a:ext cx="1507871" cy="1510263"/>
              <a:chOff x="39184" y="-151930"/>
              <a:chExt cx="1309825" cy="1311903"/>
            </a:xfrm>
          </p:grpSpPr>
          <p:sp>
            <p:nvSpPr>
              <p:cNvPr id="522" name="Google Shape;522;p6"/>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6"/>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6"/>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6"/>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6"/>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6"/>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6"/>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6"/>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6"/>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6"/>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6"/>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6"/>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6"/>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6"/>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6"/>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6"/>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6"/>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6"/>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6"/>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6"/>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6"/>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6"/>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6"/>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6"/>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6"/>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6"/>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6"/>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6"/>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6"/>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6"/>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6"/>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6"/>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6"/>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6"/>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6"/>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6"/>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6"/>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6"/>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6"/>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6"/>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6"/>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6"/>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6"/>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6"/>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6"/>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6"/>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6"/>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6"/>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6"/>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6"/>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6"/>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6"/>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6"/>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6"/>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6"/>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6"/>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6"/>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6"/>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6"/>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6"/>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6"/>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6"/>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6"/>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6"/>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6"/>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6"/>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6"/>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6"/>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6"/>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6"/>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6"/>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6"/>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6"/>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6"/>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6"/>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6"/>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6"/>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6"/>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6"/>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6"/>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6"/>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6"/>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6"/>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6"/>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6"/>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6"/>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6"/>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6"/>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6"/>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6"/>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6"/>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6"/>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6"/>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6"/>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6"/>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6"/>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6"/>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6"/>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6"/>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6"/>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6"/>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6"/>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6"/>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6"/>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6"/>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6"/>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9" name="Shape 639"/>
        <p:cNvGrpSpPr/>
        <p:nvPr/>
      </p:nvGrpSpPr>
      <p:grpSpPr>
        <a:xfrm>
          <a:off x="0" y="0"/>
          <a:ext cx="0" cy="0"/>
          <a:chOff x="0" y="0"/>
          <a:chExt cx="0" cy="0"/>
        </a:xfrm>
      </p:grpSpPr>
      <p:sp>
        <p:nvSpPr>
          <p:cNvPr id="640" name="Google Shape;640;p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41" name="Google Shape;641;p7"/>
          <p:cNvSpPr txBox="1"/>
          <p:nvPr>
            <p:ph idx="1" type="body"/>
          </p:nvPr>
        </p:nvSpPr>
        <p:spPr>
          <a:xfrm>
            <a:off x="574125" y="1374625"/>
            <a:ext cx="3987300" cy="3116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200"/>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sp>
        <p:nvSpPr>
          <p:cNvPr id="642" name="Google Shape;642;p7"/>
          <p:cNvSpPr/>
          <p:nvPr>
            <p:ph idx="2" type="pic"/>
          </p:nvPr>
        </p:nvSpPr>
        <p:spPr>
          <a:xfrm>
            <a:off x="4976975" y="1374425"/>
            <a:ext cx="3232800" cy="2913000"/>
          </a:xfrm>
          <a:prstGeom prst="roundRect">
            <a:avLst>
              <a:gd fmla="val 16667" name="adj"/>
            </a:avLst>
          </a:prstGeom>
          <a:noFill/>
          <a:ln>
            <a:noFill/>
          </a:ln>
        </p:spPr>
      </p:sp>
      <p:sp>
        <p:nvSpPr>
          <p:cNvPr id="643" name="Google Shape;643;p7"/>
          <p:cNvSpPr/>
          <p:nvPr/>
        </p:nvSpPr>
        <p:spPr>
          <a:xfrm>
            <a:off x="8421714" y="440228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4" name="Google Shape;644;p7"/>
          <p:cNvGrpSpPr/>
          <p:nvPr/>
        </p:nvGrpSpPr>
        <p:grpSpPr>
          <a:xfrm flipH="1">
            <a:off x="-132630" y="3762788"/>
            <a:ext cx="1507871" cy="1510263"/>
            <a:chOff x="39184" y="-151930"/>
            <a:chExt cx="1309825" cy="1311903"/>
          </a:xfrm>
        </p:grpSpPr>
        <p:sp>
          <p:nvSpPr>
            <p:cNvPr id="645" name="Google Shape;645;p7"/>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7"/>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7"/>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7"/>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7"/>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7"/>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7"/>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7"/>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7"/>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7"/>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7"/>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7"/>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7"/>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7"/>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7"/>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7"/>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7"/>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7"/>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7"/>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7"/>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7"/>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7"/>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7"/>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7"/>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7"/>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7"/>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7"/>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7"/>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7"/>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7"/>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7"/>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7"/>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7"/>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7"/>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7"/>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7"/>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7"/>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7"/>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7"/>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7"/>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7"/>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7"/>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7"/>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7"/>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7"/>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7"/>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7"/>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7"/>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7"/>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7"/>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7"/>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7"/>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7"/>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7"/>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7"/>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7"/>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7"/>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7"/>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7"/>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7"/>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7"/>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7"/>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7"/>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7"/>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7"/>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7"/>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7"/>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7"/>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7"/>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7"/>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7"/>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7"/>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7"/>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7"/>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7"/>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7"/>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7"/>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7"/>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7"/>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7"/>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7"/>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7"/>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7"/>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7"/>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7"/>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7"/>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7"/>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7"/>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7"/>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7"/>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7"/>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7"/>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7"/>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7"/>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7"/>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7"/>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7"/>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7"/>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7"/>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7"/>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7"/>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7"/>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7"/>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7"/>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7"/>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7"/>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7"/>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7"/>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7"/>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7"/>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7"/>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7"/>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7"/>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7"/>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7"/>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7"/>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2" name="Shape 762"/>
        <p:cNvGrpSpPr/>
        <p:nvPr/>
      </p:nvGrpSpPr>
      <p:grpSpPr>
        <a:xfrm>
          <a:off x="0" y="0"/>
          <a:ext cx="0" cy="0"/>
          <a:chOff x="0" y="0"/>
          <a:chExt cx="0" cy="0"/>
        </a:xfrm>
      </p:grpSpPr>
      <p:sp>
        <p:nvSpPr>
          <p:cNvPr id="763" name="Google Shape;763;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4" name="Shape 764"/>
        <p:cNvGrpSpPr/>
        <p:nvPr/>
      </p:nvGrpSpPr>
      <p:grpSpPr>
        <a:xfrm>
          <a:off x="0" y="0"/>
          <a:ext cx="0" cy="0"/>
          <a:chOff x="0" y="0"/>
          <a:chExt cx="0" cy="0"/>
        </a:xfrm>
      </p:grpSpPr>
      <p:sp>
        <p:nvSpPr>
          <p:cNvPr id="765" name="Google Shape;765;p9"/>
          <p:cNvSpPr txBox="1"/>
          <p:nvPr>
            <p:ph idx="1" type="subTitle"/>
          </p:nvPr>
        </p:nvSpPr>
        <p:spPr>
          <a:xfrm>
            <a:off x="720068" y="2912750"/>
            <a:ext cx="3841500" cy="112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766" name="Google Shape;766;p9"/>
          <p:cNvSpPr txBox="1"/>
          <p:nvPr>
            <p:ph type="title"/>
          </p:nvPr>
        </p:nvSpPr>
        <p:spPr>
          <a:xfrm>
            <a:off x="720000" y="880850"/>
            <a:ext cx="3841500" cy="2031900"/>
          </a:xfrm>
          <a:prstGeom prst="rect">
            <a:avLst/>
          </a:prstGeom>
          <a:ln>
            <a:noFill/>
          </a:ln>
        </p:spPr>
        <p:txBody>
          <a:bodyPr anchorCtr="0" anchor="b"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767" name="Google Shape;767;p9"/>
          <p:cNvGrpSpPr/>
          <p:nvPr/>
        </p:nvGrpSpPr>
        <p:grpSpPr>
          <a:xfrm>
            <a:off x="-684423" y="-1789571"/>
            <a:ext cx="10430491" cy="7512343"/>
            <a:chOff x="-684423" y="-1789571"/>
            <a:chExt cx="10430491" cy="7512343"/>
          </a:xfrm>
        </p:grpSpPr>
        <p:grpSp>
          <p:nvGrpSpPr>
            <p:cNvPr id="768" name="Google Shape;768;p9"/>
            <p:cNvGrpSpPr/>
            <p:nvPr/>
          </p:nvGrpSpPr>
          <p:grpSpPr>
            <a:xfrm>
              <a:off x="7144492" y="3147242"/>
              <a:ext cx="2300520" cy="2575530"/>
              <a:chOff x="3238240" y="323850"/>
              <a:chExt cx="1739919" cy="1947912"/>
            </a:xfrm>
          </p:grpSpPr>
          <p:sp>
            <p:nvSpPr>
              <p:cNvPr id="769" name="Google Shape;769;p9"/>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9"/>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9"/>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9"/>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9"/>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4" name="Google Shape;774;p9"/>
            <p:cNvSpPr/>
            <p:nvPr/>
          </p:nvSpPr>
          <p:spPr>
            <a:xfrm>
              <a:off x="-684423" y="-1789571"/>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5" name="Google Shape;775;p9"/>
            <p:cNvGrpSpPr/>
            <p:nvPr/>
          </p:nvGrpSpPr>
          <p:grpSpPr>
            <a:xfrm flipH="1">
              <a:off x="8238198" y="-570847"/>
              <a:ext cx="1507871" cy="1510263"/>
              <a:chOff x="39184" y="-151930"/>
              <a:chExt cx="1309825" cy="1311903"/>
            </a:xfrm>
          </p:grpSpPr>
          <p:sp>
            <p:nvSpPr>
              <p:cNvPr id="776" name="Google Shape;776;p9"/>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9"/>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9"/>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9"/>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9"/>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9"/>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9"/>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9"/>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9"/>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9"/>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9"/>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9"/>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9"/>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9"/>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9"/>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9"/>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9"/>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9"/>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9"/>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9"/>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9"/>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9"/>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9"/>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9"/>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9"/>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9"/>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9"/>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9"/>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9"/>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9"/>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9"/>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9"/>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9"/>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9"/>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9"/>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9"/>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9"/>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9"/>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9"/>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9"/>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9"/>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9"/>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9"/>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9"/>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9"/>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9"/>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9"/>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9"/>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9"/>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9"/>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9"/>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9"/>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9"/>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9"/>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9"/>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9"/>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9"/>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9"/>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9"/>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9"/>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9"/>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9"/>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9"/>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9"/>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9"/>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9"/>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9"/>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9"/>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9"/>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9"/>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9"/>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9"/>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9"/>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9"/>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9"/>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9"/>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9"/>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9"/>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9"/>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9"/>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9"/>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9"/>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9"/>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9"/>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9"/>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9"/>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9"/>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9"/>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9"/>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9"/>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9"/>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9"/>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9"/>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9"/>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9"/>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9"/>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9"/>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9"/>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9"/>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9"/>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9"/>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9"/>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9"/>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9"/>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9"/>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9"/>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9"/>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9"/>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9"/>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9"/>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9"/>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3" name="Shape 893"/>
        <p:cNvGrpSpPr/>
        <p:nvPr/>
      </p:nvGrpSpPr>
      <p:grpSpPr>
        <a:xfrm>
          <a:off x="0" y="0"/>
          <a:ext cx="0" cy="0"/>
          <a:chOff x="0" y="0"/>
          <a:chExt cx="0" cy="0"/>
        </a:xfrm>
      </p:grpSpPr>
      <p:sp>
        <p:nvSpPr>
          <p:cNvPr id="894" name="Google Shape;894;p10"/>
          <p:cNvSpPr/>
          <p:nvPr>
            <p:ph idx="2" type="pic"/>
          </p:nvPr>
        </p:nvSpPr>
        <p:spPr>
          <a:xfrm>
            <a:off x="0" y="0"/>
            <a:ext cx="9144000" cy="5143500"/>
          </a:xfrm>
          <a:prstGeom prst="rect">
            <a:avLst/>
          </a:prstGeom>
          <a:noFill/>
          <a:ln>
            <a:noFill/>
          </a:ln>
        </p:spPr>
      </p:sp>
      <p:sp>
        <p:nvSpPr>
          <p:cNvPr id="895" name="Google Shape;895;p10"/>
          <p:cNvSpPr txBox="1"/>
          <p:nvPr>
            <p:ph type="title"/>
          </p:nvPr>
        </p:nvSpPr>
        <p:spPr>
          <a:xfrm>
            <a:off x="740550" y="3910025"/>
            <a:ext cx="7662900" cy="693900"/>
          </a:xfrm>
          <a:prstGeom prst="rect">
            <a:avLst/>
          </a:prstGeom>
          <a:solidFill>
            <a:schemeClr val="accent2"/>
          </a:solidFill>
          <a:ln>
            <a:noFill/>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6" name="Shape 896"/>
        <p:cNvGrpSpPr/>
        <p:nvPr/>
      </p:nvGrpSpPr>
      <p:grpSpPr>
        <a:xfrm>
          <a:off x="0" y="0"/>
          <a:ext cx="0" cy="0"/>
          <a:chOff x="0" y="0"/>
          <a:chExt cx="0" cy="0"/>
        </a:xfrm>
      </p:grpSpPr>
      <p:sp>
        <p:nvSpPr>
          <p:cNvPr id="897" name="Google Shape;897;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98" name="Google Shape;898;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899" name="Shape 89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900" name="Shape 900"/>
        <p:cNvGrpSpPr/>
        <p:nvPr/>
      </p:nvGrpSpPr>
      <p:grpSpPr>
        <a:xfrm>
          <a:off x="0" y="0"/>
          <a:ext cx="0" cy="0"/>
          <a:chOff x="0" y="0"/>
          <a:chExt cx="0" cy="0"/>
        </a:xfrm>
      </p:grpSpPr>
      <p:sp>
        <p:nvSpPr>
          <p:cNvPr id="901" name="Google Shape;901;p13"/>
          <p:cNvSpPr txBox="1"/>
          <p:nvPr>
            <p:ph idx="1" type="subTitle"/>
          </p:nvPr>
        </p:nvSpPr>
        <p:spPr>
          <a:xfrm>
            <a:off x="1252225" y="233685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2" name="Google Shape;902;p1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903" name="Google Shape;903;p13"/>
          <p:cNvSpPr txBox="1"/>
          <p:nvPr>
            <p:ph hasCustomPrompt="1" idx="2" type="title"/>
          </p:nvPr>
        </p:nvSpPr>
        <p:spPr>
          <a:xfrm>
            <a:off x="1282000" y="196745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4" name="Google Shape;904;p13"/>
          <p:cNvSpPr txBox="1"/>
          <p:nvPr>
            <p:ph idx="3" type="subTitle"/>
          </p:nvPr>
        </p:nvSpPr>
        <p:spPr>
          <a:xfrm>
            <a:off x="2036325" y="196050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5" name="Google Shape;905;p13"/>
          <p:cNvSpPr txBox="1"/>
          <p:nvPr>
            <p:ph idx="4" type="subTitle"/>
          </p:nvPr>
        </p:nvSpPr>
        <p:spPr>
          <a:xfrm>
            <a:off x="1252225" y="382680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6" name="Google Shape;906;p13"/>
          <p:cNvSpPr txBox="1"/>
          <p:nvPr>
            <p:ph hasCustomPrompt="1" idx="5" type="title"/>
          </p:nvPr>
        </p:nvSpPr>
        <p:spPr>
          <a:xfrm>
            <a:off x="1282000" y="345740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7" name="Google Shape;907;p13"/>
          <p:cNvSpPr txBox="1"/>
          <p:nvPr>
            <p:ph idx="6" type="subTitle"/>
          </p:nvPr>
        </p:nvSpPr>
        <p:spPr>
          <a:xfrm>
            <a:off x="2036325" y="345045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8" name="Google Shape;908;p13"/>
          <p:cNvSpPr txBox="1"/>
          <p:nvPr>
            <p:ph idx="7" type="subTitle"/>
          </p:nvPr>
        </p:nvSpPr>
        <p:spPr>
          <a:xfrm>
            <a:off x="5024125" y="233685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9" name="Google Shape;909;p13"/>
          <p:cNvSpPr txBox="1"/>
          <p:nvPr>
            <p:ph hasCustomPrompt="1" idx="8" type="title"/>
          </p:nvPr>
        </p:nvSpPr>
        <p:spPr>
          <a:xfrm>
            <a:off x="5053900" y="196745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0" name="Google Shape;910;p13"/>
          <p:cNvSpPr txBox="1"/>
          <p:nvPr>
            <p:ph idx="9" type="subTitle"/>
          </p:nvPr>
        </p:nvSpPr>
        <p:spPr>
          <a:xfrm>
            <a:off x="5808225" y="196050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1" name="Google Shape;911;p13"/>
          <p:cNvSpPr txBox="1"/>
          <p:nvPr>
            <p:ph idx="13" type="subTitle"/>
          </p:nvPr>
        </p:nvSpPr>
        <p:spPr>
          <a:xfrm>
            <a:off x="5024125" y="382680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2" name="Google Shape;912;p13"/>
          <p:cNvSpPr txBox="1"/>
          <p:nvPr>
            <p:ph hasCustomPrompt="1" idx="14" type="title"/>
          </p:nvPr>
        </p:nvSpPr>
        <p:spPr>
          <a:xfrm>
            <a:off x="5053900" y="345740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3" name="Google Shape;913;p13"/>
          <p:cNvSpPr txBox="1"/>
          <p:nvPr>
            <p:ph idx="15" type="subTitle"/>
          </p:nvPr>
        </p:nvSpPr>
        <p:spPr>
          <a:xfrm>
            <a:off x="5808225" y="345045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4" name="Google Shape;914;p13"/>
          <p:cNvSpPr/>
          <p:nvPr/>
        </p:nvSpPr>
        <p:spPr>
          <a:xfrm rot="10800000">
            <a:off x="-605110" y="4164122"/>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5" name="Google Shape;915;p13"/>
          <p:cNvGrpSpPr/>
          <p:nvPr/>
        </p:nvGrpSpPr>
        <p:grpSpPr>
          <a:xfrm>
            <a:off x="7891595" y="-388147"/>
            <a:ext cx="1658229" cy="1282495"/>
            <a:chOff x="5136226" y="2246221"/>
            <a:chExt cx="1254144" cy="969970"/>
          </a:xfrm>
        </p:grpSpPr>
        <p:sp>
          <p:nvSpPr>
            <p:cNvPr id="916" name="Google Shape;916;p13"/>
            <p:cNvSpPr/>
            <p:nvPr/>
          </p:nvSpPr>
          <p:spPr>
            <a:xfrm>
              <a:off x="5448964" y="2246221"/>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3"/>
            <p:cNvSpPr/>
            <p:nvPr/>
          </p:nvSpPr>
          <p:spPr>
            <a:xfrm>
              <a:off x="5136226" y="2558958"/>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3"/>
            <p:cNvSpPr/>
            <p:nvPr/>
          </p:nvSpPr>
          <p:spPr>
            <a:xfrm>
              <a:off x="5521989" y="2570071"/>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3"/>
            <p:cNvSpPr/>
            <p:nvPr/>
          </p:nvSpPr>
          <p:spPr>
            <a:xfrm>
              <a:off x="5604539" y="2487521"/>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0" name="Google Shape;920;p13"/>
          <p:cNvGrpSpPr/>
          <p:nvPr/>
        </p:nvGrpSpPr>
        <p:grpSpPr>
          <a:xfrm>
            <a:off x="-883944" y="2944655"/>
            <a:ext cx="1507871" cy="1510263"/>
            <a:chOff x="39184" y="-151930"/>
            <a:chExt cx="1309825" cy="1311903"/>
          </a:xfrm>
        </p:grpSpPr>
        <p:sp>
          <p:nvSpPr>
            <p:cNvPr id="921" name="Google Shape;921;p13"/>
            <p:cNvSpPr/>
            <p:nvPr/>
          </p:nvSpPr>
          <p:spPr>
            <a:xfrm>
              <a:off x="1304909" y="54495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3"/>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3"/>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3"/>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3"/>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3"/>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3"/>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3"/>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3"/>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3"/>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3"/>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3"/>
            <p:cNvSpPr/>
            <p:nvPr/>
          </p:nvSpPr>
          <p:spPr>
            <a:xfrm>
              <a:off x="1105499" y="62891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3"/>
            <p:cNvSpPr/>
            <p:nvPr/>
          </p:nvSpPr>
          <p:spPr>
            <a:xfrm>
              <a:off x="1034132" y="70028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3"/>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3"/>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3"/>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3"/>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3"/>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3"/>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3"/>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3"/>
            <p:cNvSpPr/>
            <p:nvPr/>
          </p:nvSpPr>
          <p:spPr>
            <a:xfrm>
              <a:off x="1046726" y="572240"/>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3"/>
            <p:cNvSpPr/>
            <p:nvPr/>
          </p:nvSpPr>
          <p:spPr>
            <a:xfrm>
              <a:off x="975359" y="643608"/>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3"/>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3"/>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3"/>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3"/>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3"/>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13"/>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3"/>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3"/>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3"/>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3"/>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3"/>
            <p:cNvSpPr/>
            <p:nvPr/>
          </p:nvSpPr>
          <p:spPr>
            <a:xfrm>
              <a:off x="775949" y="727570"/>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3"/>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3"/>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3"/>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3"/>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3"/>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3"/>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3"/>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13"/>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3"/>
            <p:cNvSpPr/>
            <p:nvPr/>
          </p:nvSpPr>
          <p:spPr>
            <a:xfrm>
              <a:off x="717176" y="66879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3"/>
            <p:cNvSpPr/>
            <p:nvPr/>
          </p:nvSpPr>
          <p:spPr>
            <a:xfrm>
              <a:off x="647907" y="740164"/>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3"/>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13"/>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3"/>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3"/>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3"/>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3"/>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3"/>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3"/>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3"/>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3"/>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3"/>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3"/>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3"/>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3"/>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3"/>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3"/>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3"/>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3"/>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3"/>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3"/>
            <p:cNvSpPr/>
            <p:nvPr/>
          </p:nvSpPr>
          <p:spPr>
            <a:xfrm>
              <a:off x="389725" y="765353"/>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3"/>
            <p:cNvSpPr/>
            <p:nvPr/>
          </p:nvSpPr>
          <p:spPr>
            <a:xfrm>
              <a:off x="899793" y="13983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3"/>
            <p:cNvSpPr/>
            <p:nvPr/>
          </p:nvSpPr>
          <p:spPr>
            <a:xfrm>
              <a:off x="828425" y="21120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3"/>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3"/>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3"/>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3"/>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3"/>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3"/>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3"/>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3"/>
            <p:cNvSpPr/>
            <p:nvPr/>
          </p:nvSpPr>
          <p:spPr>
            <a:xfrm>
              <a:off x="841020" y="81064"/>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3"/>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3"/>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3"/>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3"/>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3"/>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3"/>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3"/>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3"/>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3"/>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3"/>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3"/>
            <p:cNvSpPr/>
            <p:nvPr/>
          </p:nvSpPr>
          <p:spPr>
            <a:xfrm>
              <a:off x="641610" y="167125"/>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3"/>
            <p:cNvSpPr/>
            <p:nvPr/>
          </p:nvSpPr>
          <p:spPr>
            <a:xfrm>
              <a:off x="570243" y="23639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3"/>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3"/>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3"/>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3"/>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3"/>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3"/>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3"/>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3"/>
            <p:cNvSpPr/>
            <p:nvPr/>
          </p:nvSpPr>
          <p:spPr>
            <a:xfrm>
              <a:off x="582837" y="10835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3"/>
            <p:cNvSpPr/>
            <p:nvPr/>
          </p:nvSpPr>
          <p:spPr>
            <a:xfrm>
              <a:off x="511469" y="179719"/>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3"/>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3"/>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3"/>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3"/>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3"/>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3"/>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3"/>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3"/>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3"/>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3"/>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3"/>
            <p:cNvSpPr/>
            <p:nvPr/>
          </p:nvSpPr>
          <p:spPr>
            <a:xfrm>
              <a:off x="312060" y="263681"/>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13"/>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13"/>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3"/>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3"/>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3"/>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3"/>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3"/>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13"/>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3"/>
            <p:cNvSpPr/>
            <p:nvPr/>
          </p:nvSpPr>
          <p:spPr>
            <a:xfrm>
              <a:off x="255386" y="204908"/>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3"/>
            <p:cNvSpPr/>
            <p:nvPr/>
          </p:nvSpPr>
          <p:spPr>
            <a:xfrm>
              <a:off x="184018" y="276275"/>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13"/>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3"/>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cSld name="TITLE_ONLY_2_1">
    <p:spTree>
      <p:nvGrpSpPr>
        <p:cNvPr id="1038" name="Shape 1038"/>
        <p:cNvGrpSpPr/>
        <p:nvPr/>
      </p:nvGrpSpPr>
      <p:grpSpPr>
        <a:xfrm>
          <a:off x="0" y="0"/>
          <a:ext cx="0" cy="0"/>
          <a:chOff x="0" y="0"/>
          <a:chExt cx="0" cy="0"/>
        </a:xfrm>
      </p:grpSpPr>
      <p:sp>
        <p:nvSpPr>
          <p:cNvPr id="1039" name="Google Shape;1039;p1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nSpc>
                <a:spcPct val="90000"/>
              </a:lnSpc>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040" name="Google Shape;1040;p14"/>
          <p:cNvSpPr/>
          <p:nvPr/>
        </p:nvSpPr>
        <p:spPr>
          <a:xfrm>
            <a:off x="8403036" y="440253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4"/>
          <p:cNvSpPr/>
          <p:nvPr/>
        </p:nvSpPr>
        <p:spPr>
          <a:xfrm>
            <a:off x="-1093603" y="3011591"/>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2" name="Google Shape;1042;p14"/>
          <p:cNvGrpSpPr/>
          <p:nvPr/>
        </p:nvGrpSpPr>
        <p:grpSpPr>
          <a:xfrm>
            <a:off x="8335771" y="-708520"/>
            <a:ext cx="1507871" cy="1510263"/>
            <a:chOff x="39184" y="-151930"/>
            <a:chExt cx="1309825" cy="1311903"/>
          </a:xfrm>
        </p:grpSpPr>
        <p:sp>
          <p:nvSpPr>
            <p:cNvPr id="1043" name="Google Shape;1043;p14"/>
            <p:cNvSpPr/>
            <p:nvPr/>
          </p:nvSpPr>
          <p:spPr>
            <a:xfrm>
              <a:off x="1304909" y="54495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4"/>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4"/>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4"/>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4"/>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4"/>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4"/>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4"/>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4"/>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4"/>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4"/>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4"/>
            <p:cNvSpPr/>
            <p:nvPr/>
          </p:nvSpPr>
          <p:spPr>
            <a:xfrm>
              <a:off x="1105499" y="62891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4"/>
            <p:cNvSpPr/>
            <p:nvPr/>
          </p:nvSpPr>
          <p:spPr>
            <a:xfrm>
              <a:off x="1034132" y="70028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4"/>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4"/>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4"/>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4"/>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4"/>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4"/>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4"/>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4"/>
            <p:cNvSpPr/>
            <p:nvPr/>
          </p:nvSpPr>
          <p:spPr>
            <a:xfrm>
              <a:off x="1046726" y="572240"/>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4"/>
            <p:cNvSpPr/>
            <p:nvPr/>
          </p:nvSpPr>
          <p:spPr>
            <a:xfrm>
              <a:off x="975359" y="643608"/>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4"/>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4"/>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4"/>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4"/>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4"/>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4"/>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4"/>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4"/>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4"/>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4"/>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4"/>
            <p:cNvSpPr/>
            <p:nvPr/>
          </p:nvSpPr>
          <p:spPr>
            <a:xfrm>
              <a:off x="775949" y="727570"/>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4"/>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4"/>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4"/>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4"/>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4"/>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4"/>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4"/>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4"/>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4"/>
            <p:cNvSpPr/>
            <p:nvPr/>
          </p:nvSpPr>
          <p:spPr>
            <a:xfrm>
              <a:off x="717176" y="66879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4"/>
            <p:cNvSpPr/>
            <p:nvPr/>
          </p:nvSpPr>
          <p:spPr>
            <a:xfrm>
              <a:off x="647907" y="740164"/>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4"/>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4"/>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4"/>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4"/>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4"/>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4"/>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4"/>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4"/>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4"/>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4"/>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4"/>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4"/>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4"/>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4"/>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4"/>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4"/>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4"/>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4"/>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4"/>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4"/>
            <p:cNvSpPr/>
            <p:nvPr/>
          </p:nvSpPr>
          <p:spPr>
            <a:xfrm>
              <a:off x="389725" y="765353"/>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4"/>
            <p:cNvSpPr/>
            <p:nvPr/>
          </p:nvSpPr>
          <p:spPr>
            <a:xfrm>
              <a:off x="899793" y="13983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4"/>
            <p:cNvSpPr/>
            <p:nvPr/>
          </p:nvSpPr>
          <p:spPr>
            <a:xfrm>
              <a:off x="828425" y="21120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4"/>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4"/>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4"/>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4"/>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14"/>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14"/>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4"/>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4"/>
            <p:cNvSpPr/>
            <p:nvPr/>
          </p:nvSpPr>
          <p:spPr>
            <a:xfrm>
              <a:off x="841020" y="81064"/>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14"/>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4"/>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4"/>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14"/>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4"/>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14"/>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4"/>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4"/>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4"/>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4"/>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4"/>
            <p:cNvSpPr/>
            <p:nvPr/>
          </p:nvSpPr>
          <p:spPr>
            <a:xfrm>
              <a:off x="641610" y="167125"/>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4"/>
            <p:cNvSpPr/>
            <p:nvPr/>
          </p:nvSpPr>
          <p:spPr>
            <a:xfrm>
              <a:off x="570243" y="23639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4"/>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4"/>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4"/>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4"/>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4"/>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4"/>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4"/>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4"/>
            <p:cNvSpPr/>
            <p:nvPr/>
          </p:nvSpPr>
          <p:spPr>
            <a:xfrm>
              <a:off x="582837" y="10835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4"/>
            <p:cNvSpPr/>
            <p:nvPr/>
          </p:nvSpPr>
          <p:spPr>
            <a:xfrm>
              <a:off x="511469" y="179719"/>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4"/>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4"/>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4"/>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4"/>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4"/>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4"/>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4"/>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4"/>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14"/>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14"/>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4"/>
            <p:cNvSpPr/>
            <p:nvPr/>
          </p:nvSpPr>
          <p:spPr>
            <a:xfrm>
              <a:off x="312060" y="263681"/>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4"/>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14"/>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14"/>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14"/>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4"/>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14"/>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4"/>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4"/>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14"/>
            <p:cNvSpPr/>
            <p:nvPr/>
          </p:nvSpPr>
          <p:spPr>
            <a:xfrm>
              <a:off x="255386" y="204908"/>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4"/>
            <p:cNvSpPr/>
            <p:nvPr/>
          </p:nvSpPr>
          <p:spPr>
            <a:xfrm>
              <a:off x="184018" y="276275"/>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4"/>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4"/>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160" name="Shape 1160"/>
        <p:cNvGrpSpPr/>
        <p:nvPr/>
      </p:nvGrpSpPr>
      <p:grpSpPr>
        <a:xfrm>
          <a:off x="0" y="0"/>
          <a:ext cx="0" cy="0"/>
          <a:chOff x="0" y="0"/>
          <a:chExt cx="0" cy="0"/>
        </a:xfrm>
      </p:grpSpPr>
      <p:sp>
        <p:nvSpPr>
          <p:cNvPr id="1161" name="Google Shape;1161;p15"/>
          <p:cNvSpPr txBox="1"/>
          <p:nvPr>
            <p:ph idx="1" type="subTitle"/>
          </p:nvPr>
        </p:nvSpPr>
        <p:spPr>
          <a:xfrm>
            <a:off x="817925" y="3098801"/>
            <a:ext cx="2279100" cy="75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2" name="Google Shape;1162;p15"/>
          <p:cNvSpPr txBox="1"/>
          <p:nvPr>
            <p:ph idx="2" type="subTitle"/>
          </p:nvPr>
        </p:nvSpPr>
        <p:spPr>
          <a:xfrm>
            <a:off x="3432450" y="3079926"/>
            <a:ext cx="2279100" cy="77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3" name="Google Shape;1163;p15"/>
          <p:cNvSpPr txBox="1"/>
          <p:nvPr>
            <p:ph idx="3" type="subTitle"/>
          </p:nvPr>
        </p:nvSpPr>
        <p:spPr>
          <a:xfrm>
            <a:off x="6067800" y="3080850"/>
            <a:ext cx="2279100" cy="776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4" name="Google Shape;1164;p1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1165" name="Google Shape;1165;p15"/>
          <p:cNvSpPr txBox="1"/>
          <p:nvPr>
            <p:ph idx="4" type="subTitle"/>
          </p:nvPr>
        </p:nvSpPr>
        <p:spPr>
          <a:xfrm>
            <a:off x="817925" y="2709450"/>
            <a:ext cx="2279100" cy="392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6" name="Google Shape;1166;p15"/>
          <p:cNvSpPr txBox="1"/>
          <p:nvPr>
            <p:ph idx="5" type="subTitle"/>
          </p:nvPr>
        </p:nvSpPr>
        <p:spPr>
          <a:xfrm>
            <a:off x="6067800" y="2709450"/>
            <a:ext cx="22791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7" name="Google Shape;1167;p15"/>
          <p:cNvSpPr txBox="1"/>
          <p:nvPr>
            <p:ph idx="6" type="subTitle"/>
          </p:nvPr>
        </p:nvSpPr>
        <p:spPr>
          <a:xfrm>
            <a:off x="3432450" y="2709450"/>
            <a:ext cx="22791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8" name="Google Shape;1168;p15"/>
          <p:cNvSpPr/>
          <p:nvPr/>
        </p:nvSpPr>
        <p:spPr>
          <a:xfrm rot="10800000">
            <a:off x="-4699" y="3"/>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69" name="Google Shape;1169;p15"/>
          <p:cNvGrpSpPr/>
          <p:nvPr/>
        </p:nvGrpSpPr>
        <p:grpSpPr>
          <a:xfrm>
            <a:off x="8273608" y="4200586"/>
            <a:ext cx="1507871" cy="1510263"/>
            <a:chOff x="39184" y="-151930"/>
            <a:chExt cx="1309825" cy="1311903"/>
          </a:xfrm>
        </p:grpSpPr>
        <p:sp>
          <p:nvSpPr>
            <p:cNvPr id="1170" name="Google Shape;1170;p15"/>
            <p:cNvSpPr/>
            <p:nvPr/>
          </p:nvSpPr>
          <p:spPr>
            <a:xfrm>
              <a:off x="1304909" y="54495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5"/>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5"/>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5"/>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5"/>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5"/>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5"/>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5"/>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5"/>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5"/>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5"/>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5"/>
            <p:cNvSpPr/>
            <p:nvPr/>
          </p:nvSpPr>
          <p:spPr>
            <a:xfrm>
              <a:off x="1105499" y="62891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5"/>
            <p:cNvSpPr/>
            <p:nvPr/>
          </p:nvSpPr>
          <p:spPr>
            <a:xfrm>
              <a:off x="1034132" y="70028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5"/>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5"/>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5"/>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5"/>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5"/>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5"/>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5"/>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5"/>
            <p:cNvSpPr/>
            <p:nvPr/>
          </p:nvSpPr>
          <p:spPr>
            <a:xfrm>
              <a:off x="1046726" y="572240"/>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5"/>
            <p:cNvSpPr/>
            <p:nvPr/>
          </p:nvSpPr>
          <p:spPr>
            <a:xfrm>
              <a:off x="975359" y="643608"/>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15"/>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15"/>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15"/>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15"/>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15"/>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15"/>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15"/>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15"/>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5"/>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5"/>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5"/>
            <p:cNvSpPr/>
            <p:nvPr/>
          </p:nvSpPr>
          <p:spPr>
            <a:xfrm>
              <a:off x="775949" y="727570"/>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15"/>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5"/>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15"/>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5"/>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5"/>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5"/>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15"/>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15"/>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5"/>
            <p:cNvSpPr/>
            <p:nvPr/>
          </p:nvSpPr>
          <p:spPr>
            <a:xfrm>
              <a:off x="717176" y="66879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5"/>
            <p:cNvSpPr/>
            <p:nvPr/>
          </p:nvSpPr>
          <p:spPr>
            <a:xfrm>
              <a:off x="647907" y="740164"/>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5"/>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5"/>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5"/>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5"/>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5"/>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5"/>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5"/>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5"/>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5"/>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5"/>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5"/>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5"/>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5"/>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5"/>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15"/>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15"/>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5"/>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5"/>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5"/>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15"/>
            <p:cNvSpPr/>
            <p:nvPr/>
          </p:nvSpPr>
          <p:spPr>
            <a:xfrm>
              <a:off x="389725" y="765353"/>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5"/>
            <p:cNvSpPr/>
            <p:nvPr/>
          </p:nvSpPr>
          <p:spPr>
            <a:xfrm>
              <a:off x="899793" y="13983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5"/>
            <p:cNvSpPr/>
            <p:nvPr/>
          </p:nvSpPr>
          <p:spPr>
            <a:xfrm>
              <a:off x="828425" y="21120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15"/>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15"/>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5"/>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5"/>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15"/>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15"/>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5"/>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5"/>
            <p:cNvSpPr/>
            <p:nvPr/>
          </p:nvSpPr>
          <p:spPr>
            <a:xfrm>
              <a:off x="841020" y="81064"/>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5"/>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5"/>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15"/>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5"/>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5"/>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15"/>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5"/>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5"/>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15"/>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15"/>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15"/>
            <p:cNvSpPr/>
            <p:nvPr/>
          </p:nvSpPr>
          <p:spPr>
            <a:xfrm>
              <a:off x="641610" y="167125"/>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15"/>
            <p:cNvSpPr/>
            <p:nvPr/>
          </p:nvSpPr>
          <p:spPr>
            <a:xfrm>
              <a:off x="570243" y="23639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15"/>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15"/>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15"/>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15"/>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15"/>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15"/>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5"/>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15"/>
            <p:cNvSpPr/>
            <p:nvPr/>
          </p:nvSpPr>
          <p:spPr>
            <a:xfrm>
              <a:off x="582837" y="10835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15"/>
            <p:cNvSpPr/>
            <p:nvPr/>
          </p:nvSpPr>
          <p:spPr>
            <a:xfrm>
              <a:off x="511469" y="179719"/>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15"/>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5"/>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5"/>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15"/>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15"/>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15"/>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15"/>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15"/>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15"/>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15"/>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15"/>
            <p:cNvSpPr/>
            <p:nvPr/>
          </p:nvSpPr>
          <p:spPr>
            <a:xfrm>
              <a:off x="312060" y="263681"/>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5"/>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15"/>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5"/>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5"/>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5"/>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15"/>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5"/>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15"/>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15"/>
            <p:cNvSpPr/>
            <p:nvPr/>
          </p:nvSpPr>
          <p:spPr>
            <a:xfrm>
              <a:off x="255386" y="204908"/>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15"/>
            <p:cNvSpPr/>
            <p:nvPr/>
          </p:nvSpPr>
          <p:spPr>
            <a:xfrm>
              <a:off x="184018" y="276275"/>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15"/>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15"/>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7" name="Google Shape;1287;p15"/>
          <p:cNvGrpSpPr/>
          <p:nvPr/>
        </p:nvGrpSpPr>
        <p:grpSpPr>
          <a:xfrm flipH="1">
            <a:off x="8324346" y="-624146"/>
            <a:ext cx="1507871" cy="1510263"/>
            <a:chOff x="39184" y="-151930"/>
            <a:chExt cx="1309825" cy="1311903"/>
          </a:xfrm>
        </p:grpSpPr>
        <p:sp>
          <p:nvSpPr>
            <p:cNvPr id="1288" name="Google Shape;1288;p15"/>
            <p:cNvSpPr/>
            <p:nvPr/>
          </p:nvSpPr>
          <p:spPr>
            <a:xfrm>
              <a:off x="1304909" y="54495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5"/>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15"/>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5"/>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15"/>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15"/>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15"/>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15"/>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15"/>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15"/>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5"/>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15"/>
            <p:cNvSpPr/>
            <p:nvPr/>
          </p:nvSpPr>
          <p:spPr>
            <a:xfrm>
              <a:off x="1105499" y="62891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15"/>
            <p:cNvSpPr/>
            <p:nvPr/>
          </p:nvSpPr>
          <p:spPr>
            <a:xfrm>
              <a:off x="1034132" y="70028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15"/>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15"/>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5"/>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15"/>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5"/>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5"/>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15"/>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15"/>
            <p:cNvSpPr/>
            <p:nvPr/>
          </p:nvSpPr>
          <p:spPr>
            <a:xfrm>
              <a:off x="1046726" y="572240"/>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5"/>
            <p:cNvSpPr/>
            <p:nvPr/>
          </p:nvSpPr>
          <p:spPr>
            <a:xfrm>
              <a:off x="975359" y="643608"/>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5"/>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5"/>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5"/>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5"/>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15"/>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5"/>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5"/>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15"/>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15"/>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15"/>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5"/>
            <p:cNvSpPr/>
            <p:nvPr/>
          </p:nvSpPr>
          <p:spPr>
            <a:xfrm>
              <a:off x="775949" y="727570"/>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5"/>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15"/>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15"/>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15"/>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5"/>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15"/>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15"/>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15"/>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5"/>
            <p:cNvSpPr/>
            <p:nvPr/>
          </p:nvSpPr>
          <p:spPr>
            <a:xfrm>
              <a:off x="717176" y="66879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5"/>
            <p:cNvSpPr/>
            <p:nvPr/>
          </p:nvSpPr>
          <p:spPr>
            <a:xfrm>
              <a:off x="647907" y="740164"/>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5"/>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5"/>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5"/>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5"/>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5"/>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15"/>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15"/>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15"/>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15"/>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5"/>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5"/>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5"/>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5"/>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5"/>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5"/>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5"/>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15"/>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5"/>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5"/>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5"/>
            <p:cNvSpPr/>
            <p:nvPr/>
          </p:nvSpPr>
          <p:spPr>
            <a:xfrm>
              <a:off x="389725" y="765353"/>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5"/>
            <p:cNvSpPr/>
            <p:nvPr/>
          </p:nvSpPr>
          <p:spPr>
            <a:xfrm>
              <a:off x="899793" y="13983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5"/>
            <p:cNvSpPr/>
            <p:nvPr/>
          </p:nvSpPr>
          <p:spPr>
            <a:xfrm>
              <a:off x="828425" y="21120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5"/>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5"/>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5"/>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5"/>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5"/>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5"/>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15"/>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15"/>
            <p:cNvSpPr/>
            <p:nvPr/>
          </p:nvSpPr>
          <p:spPr>
            <a:xfrm>
              <a:off x="841020" y="81064"/>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15"/>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5"/>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5"/>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15"/>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15"/>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5"/>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5"/>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5"/>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5"/>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15"/>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5"/>
            <p:cNvSpPr/>
            <p:nvPr/>
          </p:nvSpPr>
          <p:spPr>
            <a:xfrm>
              <a:off x="641610" y="167125"/>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5"/>
            <p:cNvSpPr/>
            <p:nvPr/>
          </p:nvSpPr>
          <p:spPr>
            <a:xfrm>
              <a:off x="570243" y="23639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5"/>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15"/>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5"/>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15"/>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15"/>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15"/>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15"/>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5"/>
            <p:cNvSpPr/>
            <p:nvPr/>
          </p:nvSpPr>
          <p:spPr>
            <a:xfrm>
              <a:off x="582837" y="10835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15"/>
            <p:cNvSpPr/>
            <p:nvPr/>
          </p:nvSpPr>
          <p:spPr>
            <a:xfrm>
              <a:off x="511469" y="179719"/>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15"/>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15"/>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15"/>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5"/>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5"/>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5"/>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15"/>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15"/>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15"/>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15"/>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15"/>
            <p:cNvSpPr/>
            <p:nvPr/>
          </p:nvSpPr>
          <p:spPr>
            <a:xfrm>
              <a:off x="312060" y="263681"/>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15"/>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15"/>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15"/>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15"/>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15"/>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15"/>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15"/>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15"/>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15"/>
            <p:cNvSpPr/>
            <p:nvPr/>
          </p:nvSpPr>
          <p:spPr>
            <a:xfrm>
              <a:off x="255386" y="204908"/>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15"/>
            <p:cNvSpPr/>
            <p:nvPr/>
          </p:nvSpPr>
          <p:spPr>
            <a:xfrm>
              <a:off x="184018" y="276275"/>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15"/>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5"/>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405" name="Shape 1405"/>
        <p:cNvGrpSpPr/>
        <p:nvPr/>
      </p:nvGrpSpPr>
      <p:grpSpPr>
        <a:xfrm>
          <a:off x="0" y="0"/>
          <a:ext cx="0" cy="0"/>
          <a:chOff x="0" y="0"/>
          <a:chExt cx="0" cy="0"/>
        </a:xfrm>
      </p:grpSpPr>
      <p:sp>
        <p:nvSpPr>
          <p:cNvPr id="1406" name="Google Shape;1406;p16"/>
          <p:cNvSpPr txBox="1"/>
          <p:nvPr>
            <p:ph idx="1" type="subTitle"/>
          </p:nvPr>
        </p:nvSpPr>
        <p:spPr>
          <a:xfrm>
            <a:off x="720100" y="2402075"/>
            <a:ext cx="6145800" cy="1546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200"/>
            </a:lvl1pPr>
            <a:lvl2pPr lvl="1">
              <a:lnSpc>
                <a:spcPct val="100000"/>
              </a:lnSpc>
              <a:spcBef>
                <a:spcPts val="0"/>
              </a:spcBef>
              <a:spcAft>
                <a:spcPts val="0"/>
              </a:spcAft>
              <a:buSzPts val="12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
        <p:nvSpPr>
          <p:cNvPr id="1407" name="Google Shape;1407;p16"/>
          <p:cNvSpPr txBox="1"/>
          <p:nvPr>
            <p:ph type="title"/>
          </p:nvPr>
        </p:nvSpPr>
        <p:spPr>
          <a:xfrm>
            <a:off x="720000" y="1051775"/>
            <a:ext cx="6145800" cy="1121700"/>
          </a:xfrm>
          <a:prstGeom prst="rect">
            <a:avLst/>
          </a:prstGeom>
          <a:ln>
            <a:noFill/>
          </a:ln>
        </p:spPr>
        <p:txBody>
          <a:bodyPr anchorCtr="0" anchor="b" bIns="91425" lIns="91425" spcFirstLastPara="1" rIns="91425" wrap="square" tIns="91425">
            <a:noAutofit/>
          </a:bodyPr>
          <a:lstStyle>
            <a:lvl1pPr lvl="0">
              <a:lnSpc>
                <a:spcPct val="90000"/>
              </a:lnSpc>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grpSp>
        <p:nvGrpSpPr>
          <p:cNvPr id="1408" name="Google Shape;1408;p16"/>
          <p:cNvGrpSpPr/>
          <p:nvPr/>
        </p:nvGrpSpPr>
        <p:grpSpPr>
          <a:xfrm>
            <a:off x="-684423" y="-1789571"/>
            <a:ext cx="10430491" cy="7512343"/>
            <a:chOff x="-684423" y="-1789571"/>
            <a:chExt cx="10430491" cy="7512343"/>
          </a:xfrm>
        </p:grpSpPr>
        <p:grpSp>
          <p:nvGrpSpPr>
            <p:cNvPr id="1409" name="Google Shape;1409;p16"/>
            <p:cNvGrpSpPr/>
            <p:nvPr/>
          </p:nvGrpSpPr>
          <p:grpSpPr>
            <a:xfrm>
              <a:off x="7144492" y="3147242"/>
              <a:ext cx="2300520" cy="2575530"/>
              <a:chOff x="3238240" y="323850"/>
              <a:chExt cx="1739919" cy="1947912"/>
            </a:xfrm>
          </p:grpSpPr>
          <p:sp>
            <p:nvSpPr>
              <p:cNvPr id="1410" name="Google Shape;1410;p16"/>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16"/>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6"/>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6"/>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6"/>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5" name="Google Shape;1415;p16"/>
            <p:cNvSpPr/>
            <p:nvPr/>
          </p:nvSpPr>
          <p:spPr>
            <a:xfrm>
              <a:off x="-684423" y="-1789571"/>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6" name="Google Shape;1416;p16"/>
            <p:cNvGrpSpPr/>
            <p:nvPr/>
          </p:nvGrpSpPr>
          <p:grpSpPr>
            <a:xfrm flipH="1">
              <a:off x="8238198" y="-570847"/>
              <a:ext cx="1507871" cy="1510263"/>
              <a:chOff x="39184" y="-151930"/>
              <a:chExt cx="1309825" cy="1311903"/>
            </a:xfrm>
          </p:grpSpPr>
          <p:sp>
            <p:nvSpPr>
              <p:cNvPr id="1417" name="Google Shape;1417;p16"/>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16"/>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16"/>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16"/>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16"/>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6"/>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6"/>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6"/>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6"/>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6"/>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6"/>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16"/>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6"/>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6"/>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6"/>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16"/>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16"/>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16"/>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16"/>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16"/>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16"/>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16"/>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6"/>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6"/>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16"/>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6"/>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16"/>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6"/>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6"/>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6"/>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6"/>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6"/>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6"/>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16"/>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16"/>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16"/>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16"/>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6"/>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16"/>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16"/>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16"/>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6"/>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6"/>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6"/>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6"/>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6"/>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6"/>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6"/>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6"/>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6"/>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6"/>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16"/>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16"/>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16"/>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6"/>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6"/>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6"/>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6"/>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6"/>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6"/>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6"/>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16"/>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16"/>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6"/>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6"/>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6"/>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6"/>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6"/>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6"/>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6"/>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6"/>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16"/>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6"/>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6"/>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6"/>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6"/>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6"/>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6"/>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6"/>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6"/>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6"/>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6"/>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6"/>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6"/>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6"/>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6"/>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6"/>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16"/>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16"/>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6"/>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6"/>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6"/>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6"/>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16"/>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16"/>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16"/>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16"/>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16"/>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16"/>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16"/>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16"/>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6"/>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6"/>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6"/>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6"/>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6"/>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6"/>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16"/>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6"/>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16"/>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6"/>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6"/>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16"/>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16"/>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16"/>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16"/>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16"/>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1534" name="Shape 1534"/>
        <p:cNvGrpSpPr/>
        <p:nvPr/>
      </p:nvGrpSpPr>
      <p:grpSpPr>
        <a:xfrm>
          <a:off x="0" y="0"/>
          <a:ext cx="0" cy="0"/>
          <a:chOff x="0" y="0"/>
          <a:chExt cx="0" cy="0"/>
        </a:xfrm>
      </p:grpSpPr>
      <p:sp>
        <p:nvSpPr>
          <p:cNvPr id="1535" name="Google Shape;1535;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536" name="Google Shape;1536;p17"/>
          <p:cNvSpPr txBox="1"/>
          <p:nvPr>
            <p:ph idx="1" type="body"/>
          </p:nvPr>
        </p:nvSpPr>
        <p:spPr>
          <a:xfrm>
            <a:off x="574125" y="1374625"/>
            <a:ext cx="3987300" cy="3116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04800" lvl="1" marL="914400">
              <a:lnSpc>
                <a:spcPct val="115000"/>
              </a:lnSpc>
              <a:spcBef>
                <a:spcPts val="0"/>
              </a:spcBef>
              <a:spcAft>
                <a:spcPts val="0"/>
              </a:spcAft>
              <a:buSzPts val="1200"/>
              <a:buChar char="○"/>
              <a:defRPr/>
            </a:lvl2pPr>
            <a:lvl3pPr indent="-304800" lvl="2" marL="1371600">
              <a:lnSpc>
                <a:spcPct val="115000"/>
              </a:lnSpc>
              <a:spcBef>
                <a:spcPts val="0"/>
              </a:spcBef>
              <a:spcAft>
                <a:spcPts val="0"/>
              </a:spcAft>
              <a:buSzPts val="1200"/>
              <a:buChar char="■"/>
              <a:defRPr/>
            </a:lvl3pPr>
            <a:lvl4pPr indent="-304800" lvl="3" marL="1828800">
              <a:lnSpc>
                <a:spcPct val="115000"/>
              </a:lnSpc>
              <a:spcBef>
                <a:spcPts val="0"/>
              </a:spcBef>
              <a:spcAft>
                <a:spcPts val="0"/>
              </a:spcAft>
              <a:buSzPts val="1200"/>
              <a:buChar char="●"/>
              <a:defRPr/>
            </a:lvl4pPr>
            <a:lvl5pPr indent="-304800" lvl="4" marL="2286000">
              <a:lnSpc>
                <a:spcPct val="115000"/>
              </a:lnSpc>
              <a:spcBef>
                <a:spcPts val="0"/>
              </a:spcBef>
              <a:spcAft>
                <a:spcPts val="0"/>
              </a:spcAft>
              <a:buSzPts val="1200"/>
              <a:buChar char="○"/>
              <a:defRPr/>
            </a:lvl5pPr>
            <a:lvl6pPr indent="-304800" lvl="5" marL="2743200">
              <a:lnSpc>
                <a:spcPct val="115000"/>
              </a:lnSpc>
              <a:spcBef>
                <a:spcPts val="0"/>
              </a:spcBef>
              <a:spcAft>
                <a:spcPts val="0"/>
              </a:spcAft>
              <a:buSzPts val="1200"/>
              <a:buChar char="■"/>
              <a:defRPr/>
            </a:lvl6pPr>
            <a:lvl7pPr indent="-304800" lvl="6" marL="3200400">
              <a:lnSpc>
                <a:spcPct val="115000"/>
              </a:lnSpc>
              <a:spcBef>
                <a:spcPts val="0"/>
              </a:spcBef>
              <a:spcAft>
                <a:spcPts val="0"/>
              </a:spcAft>
              <a:buSzPts val="1200"/>
              <a:buChar char="●"/>
              <a:defRPr/>
            </a:lvl7pPr>
            <a:lvl8pPr indent="-304800" lvl="7" marL="3657600">
              <a:lnSpc>
                <a:spcPct val="115000"/>
              </a:lnSpc>
              <a:spcBef>
                <a:spcPts val="0"/>
              </a:spcBef>
              <a:spcAft>
                <a:spcPts val="0"/>
              </a:spcAft>
              <a:buSzPts val="1200"/>
              <a:buChar char="○"/>
              <a:defRPr/>
            </a:lvl8pPr>
            <a:lvl9pPr indent="-304800" lvl="8" marL="4114800">
              <a:lnSpc>
                <a:spcPct val="115000"/>
              </a:lnSpc>
              <a:spcBef>
                <a:spcPts val="0"/>
              </a:spcBef>
              <a:spcAft>
                <a:spcPts val="0"/>
              </a:spcAft>
              <a:buSzPts val="1200"/>
              <a:buChar char="■"/>
              <a:defRPr/>
            </a:lvl9pPr>
          </a:lstStyle>
          <a:p/>
        </p:txBody>
      </p:sp>
      <p:sp>
        <p:nvSpPr>
          <p:cNvPr id="1537" name="Google Shape;1537;p17"/>
          <p:cNvSpPr/>
          <p:nvPr>
            <p:ph idx="2" type="pic"/>
          </p:nvPr>
        </p:nvSpPr>
        <p:spPr>
          <a:xfrm>
            <a:off x="4976975" y="1374425"/>
            <a:ext cx="3232800" cy="2913000"/>
          </a:xfrm>
          <a:prstGeom prst="roundRect">
            <a:avLst>
              <a:gd fmla="val 16667" name="adj"/>
            </a:avLst>
          </a:prstGeom>
          <a:noFill/>
          <a:ln>
            <a:noFill/>
          </a:ln>
        </p:spPr>
      </p:sp>
      <p:sp>
        <p:nvSpPr>
          <p:cNvPr id="1538" name="Google Shape;1538;p17"/>
          <p:cNvSpPr/>
          <p:nvPr/>
        </p:nvSpPr>
        <p:spPr>
          <a:xfrm>
            <a:off x="8421714" y="440228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9" name="Google Shape;1539;p17"/>
          <p:cNvGrpSpPr/>
          <p:nvPr/>
        </p:nvGrpSpPr>
        <p:grpSpPr>
          <a:xfrm flipH="1">
            <a:off x="-132630" y="3762788"/>
            <a:ext cx="1507871" cy="1510263"/>
            <a:chOff x="39184" y="-151930"/>
            <a:chExt cx="1309825" cy="1311903"/>
          </a:xfrm>
        </p:grpSpPr>
        <p:sp>
          <p:nvSpPr>
            <p:cNvPr id="1540" name="Google Shape;1540;p17"/>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7"/>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17"/>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17"/>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17"/>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17"/>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17"/>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7"/>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7"/>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7"/>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7"/>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7"/>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7"/>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7"/>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17"/>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17"/>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17"/>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17"/>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7"/>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7"/>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7"/>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7"/>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7"/>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7"/>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7"/>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17"/>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17"/>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17"/>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17"/>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17"/>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17"/>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17"/>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17"/>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17"/>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17"/>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7"/>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17"/>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17"/>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17"/>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17"/>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17"/>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17"/>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17"/>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17"/>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17"/>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17"/>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17"/>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17"/>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17"/>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17"/>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17"/>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17"/>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17"/>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17"/>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17"/>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17"/>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7"/>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7"/>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17"/>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7"/>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17"/>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17"/>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17"/>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17"/>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17"/>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17"/>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17"/>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17"/>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17"/>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17"/>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17"/>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17"/>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17"/>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17"/>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17"/>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17"/>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17"/>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17"/>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17"/>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17"/>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17"/>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17"/>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17"/>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17"/>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17"/>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17"/>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17"/>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17"/>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17"/>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17"/>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7"/>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17"/>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7"/>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7"/>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7"/>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17"/>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17"/>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7"/>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7"/>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17"/>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17"/>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7"/>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7"/>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17"/>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17"/>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7"/>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7"/>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17"/>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17"/>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17"/>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17"/>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17"/>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17"/>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7"/>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17"/>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17"/>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17"/>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57" name="Shape 1657"/>
        <p:cNvGrpSpPr/>
        <p:nvPr/>
      </p:nvGrpSpPr>
      <p:grpSpPr>
        <a:xfrm>
          <a:off x="0" y="0"/>
          <a:ext cx="0" cy="0"/>
          <a:chOff x="0" y="0"/>
          <a:chExt cx="0" cy="0"/>
        </a:xfrm>
      </p:grpSpPr>
      <p:sp>
        <p:nvSpPr>
          <p:cNvPr id="1658" name="Google Shape;1658;p18"/>
          <p:cNvSpPr txBox="1"/>
          <p:nvPr>
            <p:ph type="title"/>
          </p:nvPr>
        </p:nvSpPr>
        <p:spPr>
          <a:xfrm>
            <a:off x="1977920" y="552450"/>
            <a:ext cx="5188200" cy="1058700"/>
          </a:xfrm>
          <a:prstGeom prst="rect">
            <a:avLst/>
          </a:prstGeom>
        </p:spPr>
        <p:txBody>
          <a:bodyPr anchorCtr="0" anchor="b" bIns="91425" lIns="91425" spcFirstLastPara="1" rIns="91425" wrap="square" tIns="91425">
            <a:noAutofit/>
          </a:bodyPr>
          <a:lstStyle>
            <a:lvl1pPr lvl="0" rtl="0" algn="ctr">
              <a:lnSpc>
                <a:spcPct val="90000"/>
              </a:lnSpc>
              <a:spcBef>
                <a:spcPts val="0"/>
              </a:spcBef>
              <a:spcAft>
                <a:spcPts val="0"/>
              </a:spcAft>
              <a:buSzPts val="3400"/>
              <a:buNone/>
              <a:defRPr sz="8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659" name="Google Shape;1659;p18"/>
          <p:cNvSpPr txBox="1"/>
          <p:nvPr>
            <p:ph idx="1" type="subTitle"/>
          </p:nvPr>
        </p:nvSpPr>
        <p:spPr>
          <a:xfrm>
            <a:off x="1977876" y="1479800"/>
            <a:ext cx="5188200" cy="1231800"/>
          </a:xfrm>
          <a:prstGeom prst="rect">
            <a:avLst/>
          </a:prstGeom>
        </p:spPr>
        <p:txBody>
          <a:bodyPr anchorCtr="0" anchor="t" bIns="91425" lIns="91425" spcFirstLastPara="1" rIns="91425" wrap="square" tIns="91425">
            <a:noAutofit/>
          </a:bodyPr>
          <a:lstStyle>
            <a:lvl1pPr lvl="0" rtl="0" algn="ctr">
              <a:lnSpc>
                <a:spcPct val="90000"/>
              </a:lnSpc>
              <a:spcBef>
                <a:spcPts val="750"/>
              </a:spcBef>
              <a:spcAft>
                <a:spcPts val="0"/>
              </a:spcAft>
              <a:buSzPts val="1200"/>
              <a:buNone/>
              <a:defRPr sz="1300">
                <a:latin typeface="Arial"/>
                <a:ea typeface="Arial"/>
                <a:cs typeface="Arial"/>
                <a:sym typeface="Aria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60" name="Google Shape;1660;p18"/>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b="1" lang="en" sz="1200"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infographics &amp; images by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Freepik</a:t>
            </a:r>
            <a:r>
              <a:rPr lang="en" sz="1200" u="sng">
                <a:solidFill>
                  <a:schemeClr val="dk1"/>
                </a:solidFill>
                <a:latin typeface="Open Sans"/>
                <a:ea typeface="Open Sans"/>
                <a:cs typeface="Open Sans"/>
                <a:sym typeface="Open Sans"/>
              </a:rPr>
              <a:t> </a:t>
            </a:r>
            <a:endParaRPr b="1" sz="1200" u="sng">
              <a:solidFill>
                <a:schemeClr val="dk1"/>
              </a:solidFill>
              <a:latin typeface="Open Sans"/>
              <a:ea typeface="Open Sans"/>
              <a:cs typeface="Open Sans"/>
              <a:sym typeface="Open Sans"/>
            </a:endParaRPr>
          </a:p>
        </p:txBody>
      </p:sp>
      <p:sp>
        <p:nvSpPr>
          <p:cNvPr id="1661" name="Google Shape;1661;p18"/>
          <p:cNvSpPr/>
          <p:nvPr/>
        </p:nvSpPr>
        <p:spPr>
          <a:xfrm rot="5400000">
            <a:off x="8403039" y="440253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62" name="Google Shape;1662;p18"/>
          <p:cNvGrpSpPr/>
          <p:nvPr/>
        </p:nvGrpSpPr>
        <p:grpSpPr>
          <a:xfrm>
            <a:off x="7650879" y="395671"/>
            <a:ext cx="1658229" cy="1282495"/>
            <a:chOff x="5136226" y="2246221"/>
            <a:chExt cx="1254144" cy="969970"/>
          </a:xfrm>
        </p:grpSpPr>
        <p:sp>
          <p:nvSpPr>
            <p:cNvPr id="1663" name="Google Shape;1663;p18"/>
            <p:cNvSpPr/>
            <p:nvPr/>
          </p:nvSpPr>
          <p:spPr>
            <a:xfrm>
              <a:off x="5448964" y="2246221"/>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8"/>
            <p:cNvSpPr/>
            <p:nvPr/>
          </p:nvSpPr>
          <p:spPr>
            <a:xfrm>
              <a:off x="5136226" y="2558958"/>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8"/>
            <p:cNvSpPr/>
            <p:nvPr/>
          </p:nvSpPr>
          <p:spPr>
            <a:xfrm>
              <a:off x="5521989" y="2570071"/>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18"/>
            <p:cNvSpPr/>
            <p:nvPr/>
          </p:nvSpPr>
          <p:spPr>
            <a:xfrm>
              <a:off x="5604539" y="2487521"/>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7" name="Google Shape;1667;p18"/>
          <p:cNvSpPr/>
          <p:nvPr/>
        </p:nvSpPr>
        <p:spPr>
          <a:xfrm>
            <a:off x="8403036" y="3661572"/>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68" name="Google Shape;1668;p18"/>
          <p:cNvGrpSpPr/>
          <p:nvPr/>
        </p:nvGrpSpPr>
        <p:grpSpPr>
          <a:xfrm>
            <a:off x="-333349" y="2817496"/>
            <a:ext cx="2187094" cy="2789634"/>
            <a:chOff x="3700202" y="2700338"/>
            <a:chExt cx="1654132" cy="2109842"/>
          </a:xfrm>
        </p:grpSpPr>
        <p:sp>
          <p:nvSpPr>
            <p:cNvPr id="1669" name="Google Shape;1669;p18"/>
            <p:cNvSpPr/>
            <p:nvPr/>
          </p:nvSpPr>
          <p:spPr>
            <a:xfrm>
              <a:off x="3700202" y="2700338"/>
              <a:ext cx="1654132" cy="2109842"/>
            </a:xfrm>
            <a:custGeom>
              <a:rect b="b" l="l" r="r" t="t"/>
              <a:pathLst>
                <a:path extrusionOk="0" h="63780" w="50004">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18"/>
            <p:cNvSpPr/>
            <p:nvPr/>
          </p:nvSpPr>
          <p:spPr>
            <a:xfrm>
              <a:off x="3703377" y="3690938"/>
              <a:ext cx="1117623" cy="1117589"/>
            </a:xfrm>
            <a:custGeom>
              <a:rect b="b" l="l" r="r" t="t"/>
              <a:pathLst>
                <a:path extrusionOk="0" h="33787" w="33788">
                  <a:moveTo>
                    <a:pt x="0" y="0"/>
                  </a:moveTo>
                  <a:lnTo>
                    <a:pt x="33788" y="33787"/>
                  </a:lnTo>
                  <a:lnTo>
                    <a:pt x="36" y="3375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18"/>
            <p:cNvSpPr/>
            <p:nvPr/>
          </p:nvSpPr>
          <p:spPr>
            <a:xfrm>
              <a:off x="4057390" y="3656013"/>
              <a:ext cx="935041" cy="652454"/>
            </a:xfrm>
            <a:custGeom>
              <a:rect b="b" l="l" r="r" t="t"/>
              <a:pathLst>
                <a:path extrusionOk="0" h="19728" w="28281">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18"/>
            <p:cNvSpPr/>
            <p:nvPr/>
          </p:nvSpPr>
          <p:spPr>
            <a:xfrm>
              <a:off x="3746240" y="3967163"/>
              <a:ext cx="935041" cy="652471"/>
            </a:xfrm>
            <a:custGeom>
              <a:rect b="b" l="l" r="r" t="t"/>
              <a:pathLst>
                <a:path extrusionOk="0" h="19727" w="28281">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18"/>
            <p:cNvSpPr/>
            <p:nvPr/>
          </p:nvSpPr>
          <p:spPr>
            <a:xfrm>
              <a:off x="4128827" y="3976688"/>
              <a:ext cx="401633" cy="401633"/>
            </a:xfrm>
            <a:custGeom>
              <a:rect b="b" l="l" r="r" t="t"/>
              <a:pathLst>
                <a:path extrusionOk="0" h="12133" w="12133">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18"/>
            <p:cNvSpPr/>
            <p:nvPr/>
          </p:nvSpPr>
          <p:spPr>
            <a:xfrm>
              <a:off x="4211377" y="3895725"/>
              <a:ext cx="401633" cy="401633"/>
            </a:xfrm>
            <a:custGeom>
              <a:rect b="b" l="l" r="r" t="t"/>
              <a:pathLst>
                <a:path extrusionOk="0" h="12133" w="12133">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75" name="Google Shape;1675;p18"/>
          <p:cNvSpPr/>
          <p:nvPr/>
        </p:nvSpPr>
        <p:spPr>
          <a:xfrm>
            <a:off x="7659258" y="440253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6" name="Google Shape;1676;p18"/>
          <p:cNvGrpSpPr/>
          <p:nvPr/>
        </p:nvGrpSpPr>
        <p:grpSpPr>
          <a:xfrm>
            <a:off x="-520414" y="601975"/>
            <a:ext cx="1507871" cy="1510263"/>
            <a:chOff x="39184" y="-151930"/>
            <a:chExt cx="1309825" cy="1311903"/>
          </a:xfrm>
        </p:grpSpPr>
        <p:sp>
          <p:nvSpPr>
            <p:cNvPr id="1677" name="Google Shape;1677;p18"/>
            <p:cNvSpPr/>
            <p:nvPr/>
          </p:nvSpPr>
          <p:spPr>
            <a:xfrm>
              <a:off x="1304909" y="54495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18"/>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8"/>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18"/>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18"/>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18"/>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18"/>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18"/>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18"/>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18"/>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18"/>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18"/>
            <p:cNvSpPr/>
            <p:nvPr/>
          </p:nvSpPr>
          <p:spPr>
            <a:xfrm>
              <a:off x="1105499" y="62891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18"/>
            <p:cNvSpPr/>
            <p:nvPr/>
          </p:nvSpPr>
          <p:spPr>
            <a:xfrm>
              <a:off x="1034132" y="70028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18"/>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18"/>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18"/>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18"/>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18"/>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18"/>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18"/>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18"/>
            <p:cNvSpPr/>
            <p:nvPr/>
          </p:nvSpPr>
          <p:spPr>
            <a:xfrm>
              <a:off x="1046726" y="572240"/>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18"/>
            <p:cNvSpPr/>
            <p:nvPr/>
          </p:nvSpPr>
          <p:spPr>
            <a:xfrm>
              <a:off x="975359" y="643608"/>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18"/>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18"/>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18"/>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18"/>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18"/>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18"/>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18"/>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18"/>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18"/>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18"/>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18"/>
            <p:cNvSpPr/>
            <p:nvPr/>
          </p:nvSpPr>
          <p:spPr>
            <a:xfrm>
              <a:off x="775949" y="727570"/>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p18"/>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18"/>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18"/>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18"/>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18"/>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18"/>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18"/>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18"/>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18"/>
            <p:cNvSpPr/>
            <p:nvPr/>
          </p:nvSpPr>
          <p:spPr>
            <a:xfrm>
              <a:off x="717176" y="66879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18"/>
            <p:cNvSpPr/>
            <p:nvPr/>
          </p:nvSpPr>
          <p:spPr>
            <a:xfrm>
              <a:off x="647907" y="740164"/>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18"/>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18"/>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18"/>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18"/>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18"/>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18"/>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18"/>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18"/>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18"/>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18"/>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18"/>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18"/>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18"/>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18"/>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18"/>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18"/>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18"/>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18"/>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18"/>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18"/>
            <p:cNvSpPr/>
            <p:nvPr/>
          </p:nvSpPr>
          <p:spPr>
            <a:xfrm>
              <a:off x="389725" y="765353"/>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18"/>
            <p:cNvSpPr/>
            <p:nvPr/>
          </p:nvSpPr>
          <p:spPr>
            <a:xfrm>
              <a:off x="899793" y="13983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18"/>
            <p:cNvSpPr/>
            <p:nvPr/>
          </p:nvSpPr>
          <p:spPr>
            <a:xfrm>
              <a:off x="828425" y="21120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18"/>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18"/>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18"/>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18"/>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8"/>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18"/>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18"/>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18"/>
            <p:cNvSpPr/>
            <p:nvPr/>
          </p:nvSpPr>
          <p:spPr>
            <a:xfrm>
              <a:off x="841020" y="81064"/>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18"/>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18"/>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18"/>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18"/>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18"/>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18"/>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18"/>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18"/>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18"/>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18"/>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18"/>
            <p:cNvSpPr/>
            <p:nvPr/>
          </p:nvSpPr>
          <p:spPr>
            <a:xfrm>
              <a:off x="641610" y="167125"/>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18"/>
            <p:cNvSpPr/>
            <p:nvPr/>
          </p:nvSpPr>
          <p:spPr>
            <a:xfrm>
              <a:off x="570243" y="23639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18"/>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18"/>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18"/>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18"/>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18"/>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18"/>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18"/>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18"/>
            <p:cNvSpPr/>
            <p:nvPr/>
          </p:nvSpPr>
          <p:spPr>
            <a:xfrm>
              <a:off x="582837" y="10835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18"/>
            <p:cNvSpPr/>
            <p:nvPr/>
          </p:nvSpPr>
          <p:spPr>
            <a:xfrm>
              <a:off x="511469" y="179719"/>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18"/>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18"/>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18"/>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18"/>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18"/>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18"/>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18"/>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18"/>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18"/>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18"/>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18"/>
            <p:cNvSpPr/>
            <p:nvPr/>
          </p:nvSpPr>
          <p:spPr>
            <a:xfrm>
              <a:off x="312060" y="263681"/>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18"/>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18"/>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18"/>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18"/>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18"/>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18"/>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18"/>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18"/>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p18"/>
            <p:cNvSpPr/>
            <p:nvPr/>
          </p:nvSpPr>
          <p:spPr>
            <a:xfrm>
              <a:off x="255386" y="204908"/>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18"/>
            <p:cNvSpPr/>
            <p:nvPr/>
          </p:nvSpPr>
          <p:spPr>
            <a:xfrm>
              <a:off x="184018" y="276275"/>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18"/>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18"/>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794" name="Shape 1794"/>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1795" name="Shape 1795"/>
        <p:cNvGrpSpPr/>
        <p:nvPr/>
      </p:nvGrpSpPr>
      <p:grpSpPr>
        <a:xfrm>
          <a:off x="0" y="0"/>
          <a:ext cx="0" cy="0"/>
          <a:chOff x="0" y="0"/>
          <a:chExt cx="0" cy="0"/>
        </a:xfrm>
      </p:grpSpPr>
      <p:sp>
        <p:nvSpPr>
          <p:cNvPr id="1796" name="Google Shape;1796;p20"/>
          <p:cNvSpPr txBox="1"/>
          <p:nvPr>
            <p:ph type="title"/>
          </p:nvPr>
        </p:nvSpPr>
        <p:spPr>
          <a:xfrm>
            <a:off x="723900" y="552449"/>
            <a:ext cx="7696200" cy="639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b="0"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7" name="Google Shape;1797;p20"/>
          <p:cNvSpPr/>
          <p:nvPr/>
        </p:nvSpPr>
        <p:spPr>
          <a:xfrm>
            <a:off x="8420420" y="4398962"/>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8" name="Google Shape;1798;p20"/>
          <p:cNvGrpSpPr/>
          <p:nvPr/>
        </p:nvGrpSpPr>
        <p:grpSpPr>
          <a:xfrm>
            <a:off x="-481750" y="4102340"/>
            <a:ext cx="1507871" cy="1510263"/>
            <a:chOff x="39184" y="-151930"/>
            <a:chExt cx="1309825" cy="1311903"/>
          </a:xfrm>
        </p:grpSpPr>
        <p:sp>
          <p:nvSpPr>
            <p:cNvPr id="1799" name="Google Shape;1799;p20"/>
            <p:cNvSpPr/>
            <p:nvPr/>
          </p:nvSpPr>
          <p:spPr>
            <a:xfrm>
              <a:off x="1304909" y="54495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20"/>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20"/>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20"/>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20"/>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20"/>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20"/>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20"/>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p20"/>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20"/>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20"/>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20"/>
            <p:cNvSpPr/>
            <p:nvPr/>
          </p:nvSpPr>
          <p:spPr>
            <a:xfrm>
              <a:off x="1105499" y="62891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20"/>
            <p:cNvSpPr/>
            <p:nvPr/>
          </p:nvSpPr>
          <p:spPr>
            <a:xfrm>
              <a:off x="1034132" y="70028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20"/>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20"/>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20"/>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20"/>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20"/>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20"/>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20"/>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20"/>
            <p:cNvSpPr/>
            <p:nvPr/>
          </p:nvSpPr>
          <p:spPr>
            <a:xfrm>
              <a:off x="1046726" y="572240"/>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20"/>
            <p:cNvSpPr/>
            <p:nvPr/>
          </p:nvSpPr>
          <p:spPr>
            <a:xfrm>
              <a:off x="975359" y="643608"/>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20"/>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20"/>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20"/>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20"/>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20"/>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20"/>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20"/>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20"/>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20"/>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20"/>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20"/>
            <p:cNvSpPr/>
            <p:nvPr/>
          </p:nvSpPr>
          <p:spPr>
            <a:xfrm>
              <a:off x="775949" y="727570"/>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20"/>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20"/>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20"/>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20"/>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20"/>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20"/>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20"/>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20"/>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20"/>
            <p:cNvSpPr/>
            <p:nvPr/>
          </p:nvSpPr>
          <p:spPr>
            <a:xfrm>
              <a:off x="717176" y="66879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20"/>
            <p:cNvSpPr/>
            <p:nvPr/>
          </p:nvSpPr>
          <p:spPr>
            <a:xfrm>
              <a:off x="647907" y="740164"/>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20"/>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p20"/>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20"/>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20"/>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20"/>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20"/>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20"/>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20"/>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20"/>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20"/>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20"/>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20"/>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20"/>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20"/>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20"/>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20"/>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20"/>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20"/>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20"/>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20"/>
            <p:cNvSpPr/>
            <p:nvPr/>
          </p:nvSpPr>
          <p:spPr>
            <a:xfrm>
              <a:off x="389725" y="765353"/>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20"/>
            <p:cNvSpPr/>
            <p:nvPr/>
          </p:nvSpPr>
          <p:spPr>
            <a:xfrm>
              <a:off x="899793" y="13983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20"/>
            <p:cNvSpPr/>
            <p:nvPr/>
          </p:nvSpPr>
          <p:spPr>
            <a:xfrm>
              <a:off x="828425" y="21120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20"/>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20"/>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20"/>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20"/>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20"/>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20"/>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20"/>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20"/>
            <p:cNvSpPr/>
            <p:nvPr/>
          </p:nvSpPr>
          <p:spPr>
            <a:xfrm>
              <a:off x="841020" y="81064"/>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20"/>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20"/>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20"/>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20"/>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20"/>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20"/>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20"/>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20"/>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20"/>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20"/>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20"/>
            <p:cNvSpPr/>
            <p:nvPr/>
          </p:nvSpPr>
          <p:spPr>
            <a:xfrm>
              <a:off x="641610" y="167125"/>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20"/>
            <p:cNvSpPr/>
            <p:nvPr/>
          </p:nvSpPr>
          <p:spPr>
            <a:xfrm>
              <a:off x="570243" y="23639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20"/>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p20"/>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20"/>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20"/>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20"/>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20"/>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20"/>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20"/>
            <p:cNvSpPr/>
            <p:nvPr/>
          </p:nvSpPr>
          <p:spPr>
            <a:xfrm>
              <a:off x="582837" y="10835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20"/>
            <p:cNvSpPr/>
            <p:nvPr/>
          </p:nvSpPr>
          <p:spPr>
            <a:xfrm>
              <a:off x="511469" y="179719"/>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20"/>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20"/>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20"/>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20"/>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20"/>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20"/>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20"/>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20"/>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20"/>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20"/>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20"/>
            <p:cNvSpPr/>
            <p:nvPr/>
          </p:nvSpPr>
          <p:spPr>
            <a:xfrm>
              <a:off x="312060" y="263681"/>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20"/>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20"/>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20"/>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20"/>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20"/>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20"/>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20"/>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20"/>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20"/>
            <p:cNvSpPr/>
            <p:nvPr/>
          </p:nvSpPr>
          <p:spPr>
            <a:xfrm>
              <a:off x="255386" y="204908"/>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0"/>
            <p:cNvSpPr/>
            <p:nvPr/>
          </p:nvSpPr>
          <p:spPr>
            <a:xfrm>
              <a:off x="184018" y="276275"/>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20"/>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20"/>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6" name="Google Shape;1916;p20"/>
          <p:cNvGrpSpPr/>
          <p:nvPr/>
        </p:nvGrpSpPr>
        <p:grpSpPr>
          <a:xfrm flipH="1">
            <a:off x="8632879" y="-120500"/>
            <a:ext cx="1507871" cy="1510263"/>
            <a:chOff x="39184" y="-151930"/>
            <a:chExt cx="1309825" cy="1311903"/>
          </a:xfrm>
        </p:grpSpPr>
        <p:sp>
          <p:nvSpPr>
            <p:cNvPr id="1917" name="Google Shape;1917;p20"/>
            <p:cNvSpPr/>
            <p:nvPr/>
          </p:nvSpPr>
          <p:spPr>
            <a:xfrm>
              <a:off x="1304909" y="544953"/>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0"/>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20"/>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20"/>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0"/>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20"/>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0"/>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20"/>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0"/>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0"/>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0"/>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0"/>
            <p:cNvSpPr/>
            <p:nvPr/>
          </p:nvSpPr>
          <p:spPr>
            <a:xfrm>
              <a:off x="1105499" y="628915"/>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20"/>
            <p:cNvSpPr/>
            <p:nvPr/>
          </p:nvSpPr>
          <p:spPr>
            <a:xfrm>
              <a:off x="1034132" y="700282"/>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20"/>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0"/>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20"/>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20"/>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20"/>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20"/>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20"/>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20"/>
            <p:cNvSpPr/>
            <p:nvPr/>
          </p:nvSpPr>
          <p:spPr>
            <a:xfrm>
              <a:off x="1046726" y="572240"/>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20"/>
            <p:cNvSpPr/>
            <p:nvPr/>
          </p:nvSpPr>
          <p:spPr>
            <a:xfrm>
              <a:off x="975359" y="643608"/>
              <a:ext cx="44100" cy="420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0"/>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20"/>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20"/>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20"/>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20"/>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0"/>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20"/>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20"/>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20"/>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20"/>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20"/>
            <p:cNvSpPr/>
            <p:nvPr/>
          </p:nvSpPr>
          <p:spPr>
            <a:xfrm>
              <a:off x="775949" y="727570"/>
              <a:ext cx="44100" cy="420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20"/>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20"/>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20"/>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20"/>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20"/>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20"/>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20"/>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20"/>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20"/>
            <p:cNvSpPr/>
            <p:nvPr/>
          </p:nvSpPr>
          <p:spPr>
            <a:xfrm>
              <a:off x="717176" y="668797"/>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20"/>
            <p:cNvSpPr/>
            <p:nvPr/>
          </p:nvSpPr>
          <p:spPr>
            <a:xfrm>
              <a:off x="647907" y="740164"/>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20"/>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20"/>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20"/>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20"/>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20"/>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20"/>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20"/>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20"/>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20"/>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20"/>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20"/>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20"/>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20"/>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20"/>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20"/>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20"/>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20"/>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20"/>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20"/>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20"/>
            <p:cNvSpPr/>
            <p:nvPr/>
          </p:nvSpPr>
          <p:spPr>
            <a:xfrm>
              <a:off x="389725" y="765353"/>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20"/>
            <p:cNvSpPr/>
            <p:nvPr/>
          </p:nvSpPr>
          <p:spPr>
            <a:xfrm>
              <a:off x="899793" y="139837"/>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20"/>
            <p:cNvSpPr/>
            <p:nvPr/>
          </p:nvSpPr>
          <p:spPr>
            <a:xfrm>
              <a:off x="828425" y="211205"/>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20"/>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20"/>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20"/>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20"/>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20"/>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20"/>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20"/>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20"/>
            <p:cNvSpPr/>
            <p:nvPr/>
          </p:nvSpPr>
          <p:spPr>
            <a:xfrm>
              <a:off x="841020" y="81064"/>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20"/>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20"/>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20"/>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20"/>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20"/>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20"/>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20"/>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20"/>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20"/>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20"/>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20"/>
            <p:cNvSpPr/>
            <p:nvPr/>
          </p:nvSpPr>
          <p:spPr>
            <a:xfrm>
              <a:off x="641610" y="167125"/>
              <a:ext cx="44100" cy="420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20"/>
            <p:cNvSpPr/>
            <p:nvPr/>
          </p:nvSpPr>
          <p:spPr>
            <a:xfrm>
              <a:off x="570243" y="236393"/>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20"/>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20"/>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20"/>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20"/>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20"/>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20"/>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20"/>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20"/>
            <p:cNvSpPr/>
            <p:nvPr/>
          </p:nvSpPr>
          <p:spPr>
            <a:xfrm>
              <a:off x="582837" y="108352"/>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20"/>
            <p:cNvSpPr/>
            <p:nvPr/>
          </p:nvSpPr>
          <p:spPr>
            <a:xfrm>
              <a:off x="511469" y="179719"/>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20"/>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20"/>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20"/>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20"/>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20"/>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20"/>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20"/>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20"/>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20"/>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20"/>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20"/>
            <p:cNvSpPr/>
            <p:nvPr/>
          </p:nvSpPr>
          <p:spPr>
            <a:xfrm>
              <a:off x="312060" y="263681"/>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20"/>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20"/>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20"/>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20"/>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20"/>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20"/>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20"/>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20"/>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20"/>
            <p:cNvSpPr/>
            <p:nvPr/>
          </p:nvSpPr>
          <p:spPr>
            <a:xfrm>
              <a:off x="255386" y="204908"/>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20"/>
            <p:cNvSpPr/>
            <p:nvPr/>
          </p:nvSpPr>
          <p:spPr>
            <a:xfrm>
              <a:off x="184018" y="276275"/>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20"/>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20"/>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797"/>
                                        </p:tgtEl>
                                        <p:attrNameLst>
                                          <p:attrName>style.visibility</p:attrName>
                                        </p:attrNameLst>
                                      </p:cBhvr>
                                      <p:to>
                                        <p:strVal val="visible"/>
                                      </p:to>
                                    </p:set>
                                    <p:anim calcmode="lin" valueType="num">
                                      <p:cBhvr additive="base">
                                        <p:cTn dur="500"/>
                                        <p:tgtEl>
                                          <p:spTgt spid="17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1798"/>
                                        </p:tgtEl>
                                        <p:attrNameLst>
                                          <p:attrName>style.visibility</p:attrName>
                                        </p:attrNameLst>
                                      </p:cBhvr>
                                      <p:to>
                                        <p:strVal val="visible"/>
                                      </p:to>
                                    </p:set>
                                    <p:anim calcmode="lin" valueType="num">
                                      <p:cBhvr additive="base">
                                        <p:cTn dur="500"/>
                                        <p:tgtEl>
                                          <p:spTgt spid="179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916"/>
                                        </p:tgtEl>
                                        <p:attrNameLst>
                                          <p:attrName>style.visibility</p:attrName>
                                        </p:attrNameLst>
                                      </p:cBhvr>
                                      <p:to>
                                        <p:strVal val="visible"/>
                                      </p:to>
                                    </p:set>
                                    <p:anim calcmode="lin" valueType="num">
                                      <p:cBhvr additive="base">
                                        <p:cTn dur="500"/>
                                        <p:tgtEl>
                                          <p:spTgt spid="191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2034" name="Shape 2034"/>
        <p:cNvGrpSpPr/>
        <p:nvPr/>
      </p:nvGrpSpPr>
      <p:grpSpPr>
        <a:xfrm>
          <a:off x="0" y="0"/>
          <a:ext cx="0" cy="0"/>
          <a:chOff x="0" y="0"/>
          <a:chExt cx="0" cy="0"/>
        </a:xfrm>
      </p:grpSpPr>
      <p:sp>
        <p:nvSpPr>
          <p:cNvPr id="2035" name="Google Shape;2035;p21"/>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36" name="Google Shape;2036;p21"/>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_1_1">
    <p:spTree>
      <p:nvGrpSpPr>
        <p:cNvPr id="2037" name="Shape 2037"/>
        <p:cNvGrpSpPr/>
        <p:nvPr/>
      </p:nvGrpSpPr>
      <p:grpSpPr>
        <a:xfrm>
          <a:off x="0" y="0"/>
          <a:ext cx="0" cy="0"/>
          <a:chOff x="0" y="0"/>
          <a:chExt cx="0" cy="0"/>
        </a:xfrm>
      </p:grpSpPr>
      <p:sp>
        <p:nvSpPr>
          <p:cNvPr id="2038" name="Google Shape;2038;p22"/>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39" name="Google Shape;2039;p22"/>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2040" name="Google Shape;2040;p22"/>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1pPr>
            <a:lvl2pPr lvl="1"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2pPr>
            <a:lvl3pPr lvl="2"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3pPr>
            <a:lvl4pPr lvl="3"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4pPr>
            <a:lvl5pPr lvl="4"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5pPr>
            <a:lvl6pPr lvl="5"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6pPr>
            <a:lvl7pPr lvl="6"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7pPr>
            <a:lvl8pPr lvl="7"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8pPr>
            <a:lvl9pPr lvl="8"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www.kaggle.com/datasets/yyxian/u-s-airline-traffic-data" TargetMode="External"/><Relationship Id="rId4" Type="http://schemas.openxmlformats.org/officeDocument/2006/relationships/hyperlink" Target="https://www.kaggle.com/datasets/mosahle7/us-travel-destination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4" name="Shape 2044"/>
        <p:cNvGrpSpPr/>
        <p:nvPr/>
      </p:nvGrpSpPr>
      <p:grpSpPr>
        <a:xfrm>
          <a:off x="0" y="0"/>
          <a:ext cx="0" cy="0"/>
          <a:chOff x="0" y="0"/>
          <a:chExt cx="0" cy="0"/>
        </a:xfrm>
      </p:grpSpPr>
      <p:pic>
        <p:nvPicPr>
          <p:cNvPr id="2045" name="Google Shape;2045;p23"/>
          <p:cNvPicPr preferRelativeResize="0"/>
          <p:nvPr/>
        </p:nvPicPr>
        <p:blipFill>
          <a:blip r:embed="rId3">
            <a:alphaModFix/>
          </a:blip>
          <a:stretch>
            <a:fillRect/>
          </a:stretch>
        </p:blipFill>
        <p:spPr>
          <a:xfrm rot="991143">
            <a:off x="16887" y="1337185"/>
            <a:ext cx="8861526" cy="2671429"/>
          </a:xfrm>
          <a:prstGeom prst="rect">
            <a:avLst/>
          </a:prstGeom>
          <a:noFill/>
          <a:ln>
            <a:noFill/>
          </a:ln>
        </p:spPr>
      </p:pic>
      <p:sp>
        <p:nvSpPr>
          <p:cNvPr id="2046" name="Google Shape;2046;p23"/>
          <p:cNvSpPr txBox="1"/>
          <p:nvPr>
            <p:ph type="ctrTitle"/>
          </p:nvPr>
        </p:nvSpPr>
        <p:spPr>
          <a:xfrm>
            <a:off x="1169250" y="1499663"/>
            <a:ext cx="6805500" cy="1047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9000"/>
              <a:buFont typeface="Arial"/>
              <a:buNone/>
            </a:pPr>
            <a:r>
              <a:rPr lang="en"/>
              <a:t>Travel inSights</a:t>
            </a:r>
            <a:endParaRPr/>
          </a:p>
        </p:txBody>
      </p:sp>
      <p:sp>
        <p:nvSpPr>
          <p:cNvPr id="2047" name="Google Shape;2047;p23"/>
          <p:cNvSpPr txBox="1"/>
          <p:nvPr>
            <p:ph idx="1" type="subTitle"/>
          </p:nvPr>
        </p:nvSpPr>
        <p:spPr>
          <a:xfrm>
            <a:off x="1609925" y="3755401"/>
            <a:ext cx="5788500" cy="669000"/>
          </a:xfrm>
          <a:prstGeom prst="rect">
            <a:avLst/>
          </a:prstGeom>
        </p:spPr>
        <p:txBody>
          <a:bodyPr anchorCtr="0" anchor="t" bIns="45700" lIns="91425" spcFirstLastPara="1" rIns="91425" wrap="square" tIns="45700">
            <a:noAutofit/>
          </a:bodyPr>
          <a:lstStyle/>
          <a:p>
            <a:pPr indent="-361950" lvl="0" marL="457200" rtl="0" algn="ctr">
              <a:spcBef>
                <a:spcPts val="750"/>
              </a:spcBef>
              <a:spcAft>
                <a:spcPts val="0"/>
              </a:spcAft>
              <a:buSzPts val="1600"/>
              <a:buNone/>
            </a:pPr>
            <a:r>
              <a:rPr lang="en"/>
              <a:t>Suvechhya, Samiah, Kimberly</a:t>
            </a:r>
            <a:endParaRPr/>
          </a:p>
          <a:p>
            <a:pPr indent="-361950" lvl="0" marL="457200" rtl="0" algn="ctr">
              <a:spcBef>
                <a:spcPts val="750"/>
              </a:spcBef>
              <a:spcAft>
                <a:spcPts val="0"/>
              </a:spcAft>
              <a:buSzPts val="1600"/>
              <a:buNone/>
            </a:pPr>
            <a:r>
              <a:t/>
            </a:r>
            <a:endParaRPr/>
          </a:p>
          <a:p>
            <a:pPr indent="-361950" lvl="0" marL="457200" rtl="0" algn="ctr">
              <a:spcBef>
                <a:spcPts val="750"/>
              </a:spcBef>
              <a:spcAft>
                <a:spcPts val="0"/>
              </a:spcAft>
              <a:buClr>
                <a:srgbClr val="000000"/>
              </a:buClr>
              <a:buSzPts val="1600"/>
              <a:buFont typeface="Arial"/>
              <a:buNone/>
            </a:pPr>
            <a:r>
              <a:t/>
            </a:r>
            <a:endParaRPr/>
          </a:p>
        </p:txBody>
      </p:sp>
      <p:grpSp>
        <p:nvGrpSpPr>
          <p:cNvPr id="2048" name="Google Shape;2048;p23"/>
          <p:cNvGrpSpPr/>
          <p:nvPr/>
        </p:nvGrpSpPr>
        <p:grpSpPr>
          <a:xfrm>
            <a:off x="7299621" y="-188885"/>
            <a:ext cx="2300520" cy="2575530"/>
            <a:chOff x="3238240" y="323850"/>
            <a:chExt cx="1739919" cy="1947912"/>
          </a:xfrm>
        </p:grpSpPr>
        <p:sp>
          <p:nvSpPr>
            <p:cNvPr id="2049" name="Google Shape;2049;p23"/>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23"/>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23"/>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23"/>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23"/>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4" name="Google Shape;2054;p23"/>
          <p:cNvGrpSpPr/>
          <p:nvPr/>
        </p:nvGrpSpPr>
        <p:grpSpPr>
          <a:xfrm>
            <a:off x="-8578" y="2367133"/>
            <a:ext cx="2187094" cy="2789634"/>
            <a:chOff x="3700202" y="2700338"/>
            <a:chExt cx="1654132" cy="2109842"/>
          </a:xfrm>
        </p:grpSpPr>
        <p:sp>
          <p:nvSpPr>
            <p:cNvPr id="2055" name="Google Shape;2055;p23"/>
            <p:cNvSpPr/>
            <p:nvPr/>
          </p:nvSpPr>
          <p:spPr>
            <a:xfrm>
              <a:off x="3700202" y="2700338"/>
              <a:ext cx="1654132" cy="2109842"/>
            </a:xfrm>
            <a:custGeom>
              <a:rect b="b" l="l" r="r" t="t"/>
              <a:pathLst>
                <a:path extrusionOk="0" h="63780" w="50004">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23"/>
            <p:cNvSpPr/>
            <p:nvPr/>
          </p:nvSpPr>
          <p:spPr>
            <a:xfrm>
              <a:off x="3703377" y="3690938"/>
              <a:ext cx="1117623" cy="1117589"/>
            </a:xfrm>
            <a:custGeom>
              <a:rect b="b" l="l" r="r" t="t"/>
              <a:pathLst>
                <a:path extrusionOk="0" h="33787" w="33788">
                  <a:moveTo>
                    <a:pt x="0" y="0"/>
                  </a:moveTo>
                  <a:lnTo>
                    <a:pt x="33788" y="33787"/>
                  </a:lnTo>
                  <a:lnTo>
                    <a:pt x="36" y="33751"/>
                  </a:lnTo>
                  <a:lnTo>
                    <a:pt x="0" y="0"/>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23"/>
            <p:cNvSpPr/>
            <p:nvPr/>
          </p:nvSpPr>
          <p:spPr>
            <a:xfrm>
              <a:off x="4057390" y="3656013"/>
              <a:ext cx="935041" cy="652454"/>
            </a:xfrm>
            <a:custGeom>
              <a:rect b="b" l="l" r="r" t="t"/>
              <a:pathLst>
                <a:path extrusionOk="0" h="19728" w="28281">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23"/>
            <p:cNvSpPr/>
            <p:nvPr/>
          </p:nvSpPr>
          <p:spPr>
            <a:xfrm>
              <a:off x="3746240" y="3967163"/>
              <a:ext cx="935041" cy="652471"/>
            </a:xfrm>
            <a:custGeom>
              <a:rect b="b" l="l" r="r" t="t"/>
              <a:pathLst>
                <a:path extrusionOk="0" h="19727" w="28281">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23"/>
            <p:cNvSpPr/>
            <p:nvPr/>
          </p:nvSpPr>
          <p:spPr>
            <a:xfrm>
              <a:off x="4128827" y="3976688"/>
              <a:ext cx="401633" cy="401633"/>
            </a:xfrm>
            <a:custGeom>
              <a:rect b="b" l="l" r="r" t="t"/>
              <a:pathLst>
                <a:path extrusionOk="0" h="12133" w="12133">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23"/>
            <p:cNvSpPr/>
            <p:nvPr/>
          </p:nvSpPr>
          <p:spPr>
            <a:xfrm>
              <a:off x="4211377" y="3895725"/>
              <a:ext cx="401633" cy="401633"/>
            </a:xfrm>
            <a:custGeom>
              <a:rect b="b" l="l" r="r" t="t"/>
              <a:pathLst>
                <a:path extrusionOk="0" h="12133" w="12133">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61" name="Google Shape;2061;p23"/>
          <p:cNvSpPr/>
          <p:nvPr/>
        </p:nvSpPr>
        <p:spPr>
          <a:xfrm>
            <a:off x="7505439" y="-2014745"/>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23"/>
          <p:cNvSpPr/>
          <p:nvPr/>
        </p:nvSpPr>
        <p:spPr>
          <a:xfrm rot="5400000">
            <a:off x="-180026" y="-135641"/>
            <a:ext cx="533128" cy="533128"/>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23"/>
          <p:cNvSpPr/>
          <p:nvPr/>
        </p:nvSpPr>
        <p:spPr>
          <a:xfrm>
            <a:off x="5506675" y="1658475"/>
            <a:ext cx="230700" cy="22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pic>
        <p:nvPicPr>
          <p:cNvPr id="2064" name="Google Shape;2064;p23"/>
          <p:cNvPicPr preferRelativeResize="0"/>
          <p:nvPr/>
        </p:nvPicPr>
        <p:blipFill rotWithShape="1">
          <a:blip r:embed="rId4">
            <a:alphaModFix/>
          </a:blip>
          <a:srcRect b="0" l="0" r="0" t="0"/>
          <a:stretch/>
        </p:blipFill>
        <p:spPr>
          <a:xfrm>
            <a:off x="5257850" y="1277475"/>
            <a:ext cx="728349" cy="7283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24"/>
          <p:cNvSpPr txBox="1"/>
          <p:nvPr>
            <p:ph type="title"/>
          </p:nvPr>
        </p:nvSpPr>
        <p:spPr>
          <a:xfrm>
            <a:off x="501450" y="353650"/>
            <a:ext cx="3485100" cy="7155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Bebas Neue"/>
              <a:buNone/>
            </a:pPr>
            <a:r>
              <a:rPr lang="en" sz="3500"/>
              <a:t>Who we are…</a:t>
            </a:r>
            <a:endParaRPr sz="3500"/>
          </a:p>
        </p:txBody>
      </p:sp>
      <p:grpSp>
        <p:nvGrpSpPr>
          <p:cNvPr id="2070" name="Google Shape;2070;p24"/>
          <p:cNvGrpSpPr/>
          <p:nvPr/>
        </p:nvGrpSpPr>
        <p:grpSpPr>
          <a:xfrm>
            <a:off x="4038909" y="1494258"/>
            <a:ext cx="4919741" cy="2620545"/>
            <a:chOff x="233350" y="949250"/>
            <a:chExt cx="7137300" cy="3802300"/>
          </a:xfrm>
        </p:grpSpPr>
        <p:sp>
          <p:nvSpPr>
            <p:cNvPr id="2071" name="Google Shape;2071;p24"/>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2" name="Google Shape;2072;p24"/>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3" name="Google Shape;2073;p24"/>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4" name="Google Shape;2074;p24"/>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5" name="Google Shape;2075;p24"/>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6" name="Google Shape;2076;p24"/>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7" name="Google Shape;2077;p24"/>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8" name="Google Shape;2078;p24"/>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9" name="Google Shape;2079;p24"/>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0" name="Google Shape;2080;p24"/>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1" name="Google Shape;2081;p24"/>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2" name="Google Shape;2082;p24"/>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3" name="Google Shape;2083;p24"/>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4" name="Google Shape;2084;p24"/>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5" name="Google Shape;2085;p24"/>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6" name="Google Shape;2086;p24"/>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7" name="Google Shape;2087;p24"/>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8" name="Google Shape;2088;p24"/>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9" name="Google Shape;2089;p24"/>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0" name="Google Shape;2090;p24"/>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1" name="Google Shape;2091;p24"/>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2" name="Google Shape;2092;p24"/>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3" name="Google Shape;2093;p24"/>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4" name="Google Shape;2094;p24"/>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5" name="Google Shape;2095;p24"/>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6" name="Google Shape;2096;p24"/>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7" name="Google Shape;2097;p24"/>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8" name="Google Shape;2098;p24"/>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99" name="Google Shape;2099;p24"/>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0" name="Google Shape;2100;p24"/>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1" name="Google Shape;2101;p24"/>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2" name="Google Shape;2102;p24"/>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3" name="Google Shape;2103;p24"/>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4" name="Google Shape;2104;p24"/>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5" name="Google Shape;2105;p24"/>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6" name="Google Shape;2106;p24"/>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7" name="Google Shape;2107;p24"/>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8" name="Google Shape;2108;p24"/>
            <p:cNvSpPr/>
            <p:nvPr/>
          </p:nvSpPr>
          <p:spPr>
            <a:xfrm rot="-1400853">
              <a:off x="1688898" y="2603451"/>
              <a:ext cx="165047" cy="73946"/>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9" name="Google Shape;2109;p24"/>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0" name="Google Shape;2110;p24"/>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1" name="Google Shape;2111;p24"/>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2" name="Google Shape;2112;p24"/>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3" name="Google Shape;2113;p24"/>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4" name="Google Shape;2114;p24"/>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5" name="Google Shape;2115;p24"/>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6" name="Google Shape;2116;p24"/>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7" name="Google Shape;2117;p24"/>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8" name="Google Shape;2118;p24"/>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19" name="Google Shape;2119;p24"/>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20" name="Google Shape;2120;p24"/>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21" name="Google Shape;2121;p24"/>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2122" name="Google Shape;2122;p24"/>
          <p:cNvSpPr/>
          <p:nvPr/>
        </p:nvSpPr>
        <p:spPr>
          <a:xfrm rot="7860858">
            <a:off x="353711" y="2620087"/>
            <a:ext cx="350613" cy="36887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E6B8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24"/>
          <p:cNvSpPr/>
          <p:nvPr/>
        </p:nvSpPr>
        <p:spPr>
          <a:xfrm>
            <a:off x="5023025" y="2300925"/>
            <a:ext cx="243681" cy="250164"/>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24"/>
          <p:cNvSpPr txBox="1"/>
          <p:nvPr/>
        </p:nvSpPr>
        <p:spPr>
          <a:xfrm>
            <a:off x="750150" y="1069150"/>
            <a:ext cx="68802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Arimo"/>
                <a:ea typeface="Arimo"/>
                <a:cs typeface="Arimo"/>
                <a:sym typeface="Arimo"/>
              </a:rPr>
              <a:t>Travel inSights </a:t>
            </a:r>
            <a:r>
              <a:rPr lang="en" sz="1700">
                <a:solidFill>
                  <a:srgbClr val="0D0D0D"/>
                </a:solidFill>
                <a:latin typeface="Arimo"/>
                <a:ea typeface="Arimo"/>
                <a:cs typeface="Arimo"/>
                <a:sym typeface="Arimo"/>
              </a:rPr>
              <a:t>USA is a data‑driven tourism insights platform designed to analyze travel patterns and destination trends across the United States. We guide organizations and businesses to make smarter decisions on tourism growth, investment, and marketing.</a:t>
            </a:r>
            <a:endParaRPr sz="1700">
              <a:solidFill>
                <a:schemeClr val="dk1"/>
              </a:solidFill>
              <a:latin typeface="Arimo"/>
              <a:ea typeface="Arimo"/>
              <a:cs typeface="Arimo"/>
              <a:sym typeface="Arimo"/>
            </a:endParaRPr>
          </a:p>
          <a:p>
            <a:pPr indent="0" lvl="0" marL="0" rtl="0" algn="l">
              <a:spcBef>
                <a:spcPts val="0"/>
              </a:spcBef>
              <a:spcAft>
                <a:spcPts val="0"/>
              </a:spcAft>
              <a:buNone/>
            </a:pPr>
            <a:r>
              <a:t/>
            </a:r>
            <a:endParaRPr sz="1700">
              <a:solidFill>
                <a:schemeClr val="dk1"/>
              </a:solidFill>
              <a:latin typeface="Arimo"/>
              <a:ea typeface="Arimo"/>
              <a:cs typeface="Arimo"/>
              <a:sym typeface="Arimo"/>
            </a:endParaRPr>
          </a:p>
        </p:txBody>
      </p:sp>
      <p:sp>
        <p:nvSpPr>
          <p:cNvPr id="2125" name="Google Shape;2125;p24"/>
          <p:cNvSpPr txBox="1"/>
          <p:nvPr/>
        </p:nvSpPr>
        <p:spPr>
          <a:xfrm>
            <a:off x="845750" y="2562250"/>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rimo"/>
                <a:ea typeface="Arimo"/>
                <a:cs typeface="Arimo"/>
                <a:sym typeface="Arimo"/>
              </a:rPr>
              <a:t>Our goal is to clarify three </a:t>
            </a:r>
            <a:r>
              <a:rPr b="1" lang="en" sz="1600">
                <a:solidFill>
                  <a:schemeClr val="dk1"/>
                </a:solidFill>
                <a:latin typeface="Arimo"/>
                <a:ea typeface="Arimo"/>
                <a:cs typeface="Arimo"/>
                <a:sym typeface="Arimo"/>
              </a:rPr>
              <a:t>W’s:</a:t>
            </a:r>
            <a:endParaRPr b="1" sz="1600">
              <a:solidFill>
                <a:schemeClr val="dk1"/>
              </a:solidFill>
              <a:latin typeface="Arimo"/>
              <a:ea typeface="Arimo"/>
              <a:cs typeface="Arimo"/>
              <a:sym typeface="Arimo"/>
            </a:endParaRPr>
          </a:p>
          <a:p>
            <a:pPr indent="-330200" lvl="0" marL="457200" rtl="0" algn="l">
              <a:spcBef>
                <a:spcPts val="0"/>
              </a:spcBef>
              <a:spcAft>
                <a:spcPts val="0"/>
              </a:spcAft>
              <a:buClr>
                <a:schemeClr val="dk1"/>
              </a:buClr>
              <a:buSzPts val="1600"/>
              <a:buFont typeface="Arimo"/>
              <a:buChar char="●"/>
            </a:pPr>
            <a:r>
              <a:rPr b="1" lang="en" sz="1600">
                <a:solidFill>
                  <a:schemeClr val="dk1"/>
                </a:solidFill>
                <a:latin typeface="Arimo"/>
                <a:ea typeface="Arimo"/>
                <a:cs typeface="Arimo"/>
                <a:sym typeface="Arimo"/>
              </a:rPr>
              <a:t>Who </a:t>
            </a:r>
            <a:r>
              <a:rPr lang="en" sz="1600">
                <a:solidFill>
                  <a:schemeClr val="dk1"/>
                </a:solidFill>
                <a:latin typeface="Arimo"/>
                <a:ea typeface="Arimo"/>
                <a:cs typeface="Arimo"/>
                <a:sym typeface="Arimo"/>
              </a:rPr>
              <a:t>can our platform impact?</a:t>
            </a:r>
            <a:endParaRPr sz="1600">
              <a:solidFill>
                <a:schemeClr val="dk1"/>
              </a:solidFill>
              <a:latin typeface="Arimo"/>
              <a:ea typeface="Arimo"/>
              <a:cs typeface="Arimo"/>
              <a:sym typeface="Arimo"/>
            </a:endParaRPr>
          </a:p>
          <a:p>
            <a:pPr indent="-330200" lvl="0" marL="457200" rtl="0" algn="l">
              <a:spcBef>
                <a:spcPts val="0"/>
              </a:spcBef>
              <a:spcAft>
                <a:spcPts val="0"/>
              </a:spcAft>
              <a:buClr>
                <a:schemeClr val="dk1"/>
              </a:buClr>
              <a:buSzPts val="1600"/>
              <a:buFont typeface="Arimo"/>
              <a:buChar char="●"/>
            </a:pPr>
            <a:r>
              <a:rPr b="1" lang="en" sz="1600">
                <a:solidFill>
                  <a:schemeClr val="dk1"/>
                </a:solidFill>
                <a:latin typeface="Arimo"/>
                <a:ea typeface="Arimo"/>
                <a:cs typeface="Arimo"/>
                <a:sym typeface="Arimo"/>
              </a:rPr>
              <a:t>When</a:t>
            </a:r>
            <a:r>
              <a:rPr lang="en" sz="1600">
                <a:solidFill>
                  <a:schemeClr val="dk1"/>
                </a:solidFill>
                <a:latin typeface="Arimo"/>
                <a:ea typeface="Arimo"/>
                <a:cs typeface="Arimo"/>
                <a:sym typeface="Arimo"/>
              </a:rPr>
              <a:t> is it the best time to </a:t>
            </a:r>
            <a:r>
              <a:rPr lang="en" sz="1600">
                <a:solidFill>
                  <a:schemeClr val="dk1"/>
                </a:solidFill>
                <a:latin typeface="Arimo"/>
                <a:ea typeface="Arimo"/>
                <a:cs typeface="Arimo"/>
                <a:sym typeface="Arimo"/>
              </a:rPr>
              <a:t>travel</a:t>
            </a:r>
            <a:r>
              <a:rPr lang="en" sz="1600">
                <a:solidFill>
                  <a:schemeClr val="dk1"/>
                </a:solidFill>
                <a:latin typeface="Arimo"/>
                <a:ea typeface="Arimo"/>
                <a:cs typeface="Arimo"/>
                <a:sym typeface="Arimo"/>
              </a:rPr>
              <a:t>?</a:t>
            </a:r>
            <a:endParaRPr sz="1600">
              <a:solidFill>
                <a:schemeClr val="dk1"/>
              </a:solidFill>
              <a:latin typeface="Arimo"/>
              <a:ea typeface="Arimo"/>
              <a:cs typeface="Arimo"/>
              <a:sym typeface="Arimo"/>
            </a:endParaRPr>
          </a:p>
          <a:p>
            <a:pPr indent="-330200" lvl="0" marL="457200" rtl="0" algn="l">
              <a:spcBef>
                <a:spcPts val="0"/>
              </a:spcBef>
              <a:spcAft>
                <a:spcPts val="0"/>
              </a:spcAft>
              <a:buClr>
                <a:schemeClr val="dk1"/>
              </a:buClr>
              <a:buSzPts val="1600"/>
              <a:buFont typeface="Arimo"/>
              <a:buChar char="●"/>
            </a:pPr>
            <a:r>
              <a:rPr b="1" lang="en" sz="1600">
                <a:solidFill>
                  <a:schemeClr val="dk1"/>
                </a:solidFill>
                <a:latin typeface="Arimo"/>
                <a:ea typeface="Arimo"/>
                <a:cs typeface="Arimo"/>
                <a:sym typeface="Arimo"/>
              </a:rPr>
              <a:t>Which</a:t>
            </a:r>
            <a:r>
              <a:rPr lang="en" sz="1600">
                <a:solidFill>
                  <a:schemeClr val="dk1"/>
                </a:solidFill>
                <a:latin typeface="Arimo"/>
                <a:ea typeface="Arimo"/>
                <a:cs typeface="Arimo"/>
                <a:sym typeface="Arimo"/>
              </a:rPr>
              <a:t> destinations deserve more tourism?</a:t>
            </a:r>
            <a:endParaRPr sz="1600"/>
          </a:p>
        </p:txBody>
      </p:sp>
      <p:sp>
        <p:nvSpPr>
          <p:cNvPr id="2126" name="Google Shape;2126;p24"/>
          <p:cNvSpPr/>
          <p:nvPr/>
        </p:nvSpPr>
        <p:spPr>
          <a:xfrm rot="7860858">
            <a:off x="353711" y="422637"/>
            <a:ext cx="350613" cy="36887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E6B8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id="2131" name="Google Shape;2131;p25"/>
          <p:cNvSpPr/>
          <p:nvPr/>
        </p:nvSpPr>
        <p:spPr>
          <a:xfrm>
            <a:off x="904207" y="3040432"/>
            <a:ext cx="641400" cy="4707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32" name="Google Shape;2132;p25"/>
          <p:cNvSpPr/>
          <p:nvPr/>
        </p:nvSpPr>
        <p:spPr>
          <a:xfrm>
            <a:off x="3871788" y="1916178"/>
            <a:ext cx="641400" cy="4707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33" name="Google Shape;2133;p25"/>
          <p:cNvSpPr/>
          <p:nvPr/>
        </p:nvSpPr>
        <p:spPr>
          <a:xfrm>
            <a:off x="904207" y="1121478"/>
            <a:ext cx="641400" cy="4707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34" name="Google Shape;2134;p25"/>
          <p:cNvSpPr txBox="1"/>
          <p:nvPr>
            <p:ph idx="3" type="subTitle"/>
          </p:nvPr>
        </p:nvSpPr>
        <p:spPr>
          <a:xfrm>
            <a:off x="1598875" y="1231400"/>
            <a:ext cx="3164700" cy="392400"/>
          </a:xfrm>
          <a:prstGeom prst="rect">
            <a:avLst/>
          </a:prstGeom>
        </p:spPr>
        <p:txBody>
          <a:bodyPr anchorCtr="0" anchor="t" bIns="45700" lIns="91425" spcFirstLastPara="1" rIns="91425" wrap="square" tIns="45700">
            <a:normAutofit fontScale="92500" lnSpcReduction="10000"/>
          </a:bodyPr>
          <a:lstStyle/>
          <a:p>
            <a:pPr indent="0" lvl="0" marL="0" rtl="0" algn="l">
              <a:spcBef>
                <a:spcPts val="750"/>
              </a:spcBef>
              <a:spcAft>
                <a:spcPts val="0"/>
              </a:spcAft>
              <a:buSzPct val="58333"/>
              <a:buNone/>
            </a:pPr>
            <a:r>
              <a:rPr lang="en"/>
              <a:t>Suvechhya Gurung</a:t>
            </a:r>
            <a:endParaRPr/>
          </a:p>
        </p:txBody>
      </p:sp>
      <p:sp>
        <p:nvSpPr>
          <p:cNvPr id="2135" name="Google Shape;2135;p25"/>
          <p:cNvSpPr txBox="1"/>
          <p:nvPr>
            <p:ph idx="4" type="subTitle"/>
          </p:nvPr>
        </p:nvSpPr>
        <p:spPr>
          <a:xfrm>
            <a:off x="814775" y="3546275"/>
            <a:ext cx="5055600" cy="8094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n"/>
              <a:t>Background in data analytics and business intelligence. </a:t>
            </a:r>
            <a:r>
              <a:rPr lang="en"/>
              <a:t>Skilled in generating data insights for </a:t>
            </a:r>
            <a:r>
              <a:rPr lang="en"/>
              <a:t>business decision-making and optimization. Insight-oriented approach to better understand traveler behaviors and trends.</a:t>
            </a:r>
            <a:endParaRPr/>
          </a:p>
        </p:txBody>
      </p:sp>
      <p:sp>
        <p:nvSpPr>
          <p:cNvPr id="2136" name="Google Shape;2136;p25"/>
          <p:cNvSpPr txBox="1"/>
          <p:nvPr>
            <p:ph idx="7" type="subTitle"/>
          </p:nvPr>
        </p:nvSpPr>
        <p:spPr>
          <a:xfrm>
            <a:off x="3791275" y="2402450"/>
            <a:ext cx="4392600" cy="5727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SzPts val="2500"/>
              <a:buNone/>
            </a:pPr>
            <a:r>
              <a:rPr lang="en"/>
              <a:t>Background in data analytics. </a:t>
            </a:r>
            <a:r>
              <a:rPr lang="en"/>
              <a:t>Skilled in data processing and data visualizations. Attention to </a:t>
            </a:r>
            <a:r>
              <a:rPr lang="en"/>
              <a:t>detail</a:t>
            </a:r>
            <a:r>
              <a:rPr lang="en"/>
              <a:t> and analytical </a:t>
            </a:r>
            <a:r>
              <a:rPr lang="en"/>
              <a:t>mindset</a:t>
            </a:r>
            <a:r>
              <a:rPr lang="en"/>
              <a:t> is valuable when working in a large industry such as tourism</a:t>
            </a:r>
            <a:endParaRPr/>
          </a:p>
        </p:txBody>
      </p:sp>
      <p:sp>
        <p:nvSpPr>
          <p:cNvPr id="2137" name="Google Shape;2137;p25"/>
          <p:cNvSpPr txBox="1"/>
          <p:nvPr>
            <p:ph idx="6" type="subTitle"/>
          </p:nvPr>
        </p:nvSpPr>
        <p:spPr>
          <a:xfrm>
            <a:off x="1598875" y="3176875"/>
            <a:ext cx="3429300" cy="3924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SzPts val="1400"/>
              <a:buNone/>
            </a:pPr>
            <a:r>
              <a:rPr lang="en"/>
              <a:t>Kimberly Sanchez</a:t>
            </a:r>
            <a:endParaRPr/>
          </a:p>
        </p:txBody>
      </p:sp>
      <p:sp>
        <p:nvSpPr>
          <p:cNvPr id="2138" name="Google Shape;2138;p25"/>
          <p:cNvSpPr txBox="1"/>
          <p:nvPr>
            <p:ph idx="9" type="subTitle"/>
          </p:nvPr>
        </p:nvSpPr>
        <p:spPr>
          <a:xfrm>
            <a:off x="4575375" y="2026100"/>
            <a:ext cx="3608400" cy="3924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SzPts val="1400"/>
              <a:buNone/>
            </a:pPr>
            <a:r>
              <a:rPr lang="en"/>
              <a:t>Samiah Tabia</a:t>
            </a:r>
            <a:endParaRPr/>
          </a:p>
        </p:txBody>
      </p:sp>
      <p:sp>
        <p:nvSpPr>
          <p:cNvPr id="2139" name="Google Shape;2139;p25"/>
          <p:cNvSpPr txBox="1"/>
          <p:nvPr>
            <p:ph idx="1" type="subTitle"/>
          </p:nvPr>
        </p:nvSpPr>
        <p:spPr>
          <a:xfrm>
            <a:off x="904325" y="1734363"/>
            <a:ext cx="2893800" cy="5259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n"/>
              <a:t>Background</a:t>
            </a:r>
            <a:r>
              <a:rPr lang="en"/>
              <a:t> in data analytics</a:t>
            </a:r>
            <a:r>
              <a:rPr lang="en"/>
              <a:t>. Expertise in data cleaning, Excel modeling, and trend analysis. Led all data processing and analytics for this project.</a:t>
            </a:r>
            <a:endParaRPr/>
          </a:p>
        </p:txBody>
      </p:sp>
      <p:sp>
        <p:nvSpPr>
          <p:cNvPr id="2140" name="Google Shape;2140;p25"/>
          <p:cNvSpPr txBox="1"/>
          <p:nvPr>
            <p:ph type="title"/>
          </p:nvPr>
        </p:nvSpPr>
        <p:spPr>
          <a:xfrm>
            <a:off x="720000" y="445025"/>
            <a:ext cx="7704000" cy="572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
              <a:t>Meet The Team</a:t>
            </a:r>
            <a:endParaRPr/>
          </a:p>
        </p:txBody>
      </p:sp>
      <p:sp>
        <p:nvSpPr>
          <p:cNvPr id="2141" name="Google Shape;2141;p25"/>
          <p:cNvSpPr txBox="1"/>
          <p:nvPr>
            <p:ph idx="2" type="title"/>
          </p:nvPr>
        </p:nvSpPr>
        <p:spPr>
          <a:xfrm>
            <a:off x="844550" y="1238351"/>
            <a:ext cx="731400" cy="3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142" name="Google Shape;2142;p25"/>
          <p:cNvSpPr txBox="1"/>
          <p:nvPr>
            <p:ph idx="5" type="title"/>
          </p:nvPr>
        </p:nvSpPr>
        <p:spPr>
          <a:xfrm>
            <a:off x="844550" y="3176876"/>
            <a:ext cx="731400" cy="3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143" name="Google Shape;2143;p25"/>
          <p:cNvSpPr txBox="1"/>
          <p:nvPr>
            <p:ph idx="8" type="title"/>
          </p:nvPr>
        </p:nvSpPr>
        <p:spPr>
          <a:xfrm>
            <a:off x="3821050" y="2033051"/>
            <a:ext cx="731400" cy="3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144" name="Google Shape;2144;p25"/>
          <p:cNvSpPr txBox="1"/>
          <p:nvPr/>
        </p:nvSpPr>
        <p:spPr>
          <a:xfrm>
            <a:off x="4579975" y="1226800"/>
            <a:ext cx="1290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t>Co-Founder</a:t>
            </a:r>
            <a:endParaRPr sz="500"/>
          </a:p>
        </p:txBody>
      </p:sp>
      <p:sp>
        <p:nvSpPr>
          <p:cNvPr id="2145" name="Google Shape;2145;p25"/>
          <p:cNvSpPr txBox="1"/>
          <p:nvPr/>
        </p:nvSpPr>
        <p:spPr>
          <a:xfrm>
            <a:off x="6899950" y="2013700"/>
            <a:ext cx="152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t>Co-Founder</a:t>
            </a:r>
            <a:endParaRPr sz="600"/>
          </a:p>
        </p:txBody>
      </p:sp>
      <p:sp>
        <p:nvSpPr>
          <p:cNvPr id="2146" name="Google Shape;2146;p25"/>
          <p:cNvSpPr txBox="1"/>
          <p:nvPr/>
        </p:nvSpPr>
        <p:spPr>
          <a:xfrm>
            <a:off x="4644275" y="316532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t>Co-Founder</a:t>
            </a:r>
            <a:endParaRPr sz="500"/>
          </a:p>
        </p:txBody>
      </p:sp>
      <p:pic>
        <p:nvPicPr>
          <p:cNvPr descr="a green yellow and red button with a red circle in the middle (provided by Tenor)" id="2147" name="Google Shape;2147;p25"/>
          <p:cNvPicPr preferRelativeResize="0"/>
          <p:nvPr/>
        </p:nvPicPr>
        <p:blipFill>
          <a:blip r:embed="rId3">
            <a:alphaModFix/>
          </a:blip>
          <a:stretch>
            <a:fillRect/>
          </a:stretch>
        </p:blipFill>
        <p:spPr>
          <a:xfrm>
            <a:off x="7320425" y="924475"/>
            <a:ext cx="1604250" cy="86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1" name="Shape 2151"/>
        <p:cNvGrpSpPr/>
        <p:nvPr/>
      </p:nvGrpSpPr>
      <p:grpSpPr>
        <a:xfrm>
          <a:off x="0" y="0"/>
          <a:ext cx="0" cy="0"/>
          <a:chOff x="0" y="0"/>
          <a:chExt cx="0" cy="0"/>
        </a:xfrm>
      </p:grpSpPr>
      <p:grpSp>
        <p:nvGrpSpPr>
          <p:cNvPr id="2152" name="Google Shape;2152;p26"/>
          <p:cNvGrpSpPr/>
          <p:nvPr/>
        </p:nvGrpSpPr>
        <p:grpSpPr>
          <a:xfrm>
            <a:off x="-484054" y="-1533685"/>
            <a:ext cx="2506220" cy="2575530"/>
            <a:chOff x="3238240" y="323850"/>
            <a:chExt cx="1895493" cy="1947912"/>
          </a:xfrm>
        </p:grpSpPr>
        <p:sp>
          <p:nvSpPr>
            <p:cNvPr id="2153" name="Google Shape;2153;p26"/>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p26"/>
            <p:cNvSpPr/>
            <p:nvPr/>
          </p:nvSpPr>
          <p:spPr>
            <a:xfrm>
              <a:off x="4192327" y="1189040"/>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26"/>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p26"/>
            <p:cNvSpPr/>
            <p:nvPr/>
          </p:nvSpPr>
          <p:spPr>
            <a:xfrm>
              <a:off x="4262194" y="1387484"/>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26"/>
            <p:cNvSpPr/>
            <p:nvPr/>
          </p:nvSpPr>
          <p:spPr>
            <a:xfrm>
              <a:off x="4327576" y="1316052"/>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58" name="Google Shape;2158;p26"/>
          <p:cNvSpPr txBox="1"/>
          <p:nvPr>
            <p:ph idx="1" type="subTitle"/>
          </p:nvPr>
        </p:nvSpPr>
        <p:spPr>
          <a:xfrm>
            <a:off x="123050" y="1272400"/>
            <a:ext cx="3030900" cy="3153600"/>
          </a:xfrm>
          <a:prstGeom prst="rect">
            <a:avLst/>
          </a:prstGeom>
        </p:spPr>
        <p:txBody>
          <a:bodyPr anchorCtr="0" anchor="t" bIns="91425" lIns="91425" spcFirstLastPara="1" rIns="91425" wrap="square" tIns="365750">
            <a:noAutofit/>
          </a:bodyPr>
          <a:lstStyle/>
          <a:p>
            <a:pPr indent="-104393" lvl="0" marL="329184" marR="0" rtl="0" algn="l">
              <a:lnSpc>
                <a:spcPct val="115000"/>
              </a:lnSpc>
              <a:spcBef>
                <a:spcPts val="600"/>
              </a:spcBef>
              <a:spcAft>
                <a:spcPts val="0"/>
              </a:spcAft>
              <a:buClr>
                <a:srgbClr val="0D0D0D"/>
              </a:buClr>
              <a:buSzPts val="1500"/>
              <a:buFont typeface="Arimo"/>
              <a:buChar char="●"/>
            </a:pPr>
            <a:r>
              <a:rPr lang="en" sz="1500">
                <a:solidFill>
                  <a:srgbClr val="0D0D0D"/>
                </a:solidFill>
              </a:rPr>
              <a:t>U.S. travel spending projected to reach $1.35 trillion in 2025</a:t>
            </a:r>
            <a:endParaRPr sz="1500">
              <a:solidFill>
                <a:srgbClr val="0D0D0D"/>
              </a:solidFill>
            </a:endParaRPr>
          </a:p>
          <a:p>
            <a:pPr indent="-104393" lvl="0" marL="329184" marR="0" rtl="0" algn="l">
              <a:lnSpc>
                <a:spcPct val="115000"/>
              </a:lnSpc>
              <a:spcBef>
                <a:spcPts val="0"/>
              </a:spcBef>
              <a:spcAft>
                <a:spcPts val="0"/>
              </a:spcAft>
              <a:buClr>
                <a:srgbClr val="0D0D0D"/>
              </a:buClr>
              <a:buSzPts val="1500"/>
              <a:buFont typeface="Arimo"/>
              <a:buChar char="●"/>
            </a:pPr>
            <a:r>
              <a:rPr lang="en" sz="1500">
                <a:solidFill>
                  <a:srgbClr val="0D0D0D"/>
                </a:solidFill>
              </a:rPr>
              <a:t>Increase to $1.49 trillion by 2029</a:t>
            </a:r>
            <a:endParaRPr sz="1500">
              <a:solidFill>
                <a:srgbClr val="0D0D0D"/>
              </a:solidFill>
            </a:endParaRPr>
          </a:p>
          <a:p>
            <a:pPr indent="-104393" lvl="0" marL="329184" marR="0" rtl="0" algn="l">
              <a:lnSpc>
                <a:spcPct val="115000"/>
              </a:lnSpc>
              <a:spcBef>
                <a:spcPts val="0"/>
              </a:spcBef>
              <a:spcAft>
                <a:spcPts val="0"/>
              </a:spcAft>
              <a:buClr>
                <a:srgbClr val="0D0D0D"/>
              </a:buClr>
              <a:buSzPts val="1500"/>
              <a:buFont typeface="Arial"/>
              <a:buChar char="●"/>
            </a:pPr>
            <a:r>
              <a:rPr lang="en" sz="1500">
                <a:solidFill>
                  <a:srgbClr val="000000"/>
                </a:solidFill>
              </a:rPr>
              <a:t>Domestic business travel to increase 1.4% in 2025</a:t>
            </a:r>
            <a:endParaRPr sz="1500">
              <a:solidFill>
                <a:srgbClr val="000000"/>
              </a:solidFill>
            </a:endParaRPr>
          </a:p>
          <a:p>
            <a:pPr indent="-104393" lvl="0" marL="329184" marR="0" rtl="0" algn="l">
              <a:lnSpc>
                <a:spcPct val="115000"/>
              </a:lnSpc>
              <a:spcBef>
                <a:spcPts val="0"/>
              </a:spcBef>
              <a:spcAft>
                <a:spcPts val="0"/>
              </a:spcAft>
              <a:buClr>
                <a:srgbClr val="000000"/>
              </a:buClr>
              <a:buSzPts val="1500"/>
              <a:buFont typeface="Arial"/>
              <a:buChar char="●"/>
            </a:pPr>
            <a:r>
              <a:rPr lang="en" sz="1500">
                <a:solidFill>
                  <a:srgbClr val="000000"/>
                </a:solidFill>
              </a:rPr>
              <a:t>Expected to improve and exceed leisure travel rates in 2027-2029 </a:t>
            </a:r>
            <a:endParaRPr sz="1500">
              <a:solidFill>
                <a:srgbClr val="000000"/>
              </a:solidFill>
            </a:endParaRPr>
          </a:p>
          <a:p>
            <a:pPr indent="-104393" lvl="0" marL="329184" marR="0" rtl="0" algn="l">
              <a:lnSpc>
                <a:spcPct val="115000"/>
              </a:lnSpc>
              <a:spcBef>
                <a:spcPts val="0"/>
              </a:spcBef>
              <a:spcAft>
                <a:spcPts val="0"/>
              </a:spcAft>
              <a:buClr>
                <a:srgbClr val="000000"/>
              </a:buClr>
              <a:buSzPts val="1500"/>
              <a:buFont typeface="Arial"/>
              <a:buChar char="●"/>
            </a:pPr>
            <a:r>
              <a:rPr lang="en" sz="1500">
                <a:solidFill>
                  <a:srgbClr val="0D0D0D"/>
                </a:solidFill>
              </a:rPr>
              <a:t>M</a:t>
            </a:r>
            <a:r>
              <a:rPr lang="en" sz="1500">
                <a:solidFill>
                  <a:srgbClr val="0D0D0D"/>
                </a:solidFill>
              </a:rPr>
              <a:t>ajor driver of local economies and regional development</a:t>
            </a:r>
            <a:endParaRPr sz="1500">
              <a:solidFill>
                <a:srgbClr val="000000"/>
              </a:solidFill>
              <a:highlight>
                <a:schemeClr val="lt1"/>
              </a:highlight>
            </a:endParaRPr>
          </a:p>
          <a:p>
            <a:pPr indent="0" lvl="0" marL="0" rtl="0" algn="l">
              <a:lnSpc>
                <a:spcPct val="150000"/>
              </a:lnSpc>
              <a:spcBef>
                <a:spcPts val="1200"/>
              </a:spcBef>
              <a:spcAft>
                <a:spcPts val="0"/>
              </a:spcAft>
              <a:buNone/>
            </a:pPr>
            <a:r>
              <a:t/>
            </a:r>
            <a:endParaRPr sz="1400">
              <a:solidFill>
                <a:srgbClr val="000000"/>
              </a:solidFill>
              <a:highlight>
                <a:schemeClr val="lt1"/>
              </a:highlight>
            </a:endParaRPr>
          </a:p>
          <a:p>
            <a:pPr indent="0" lvl="0" marL="457200" rtl="0" algn="l">
              <a:lnSpc>
                <a:spcPct val="150000"/>
              </a:lnSpc>
              <a:spcBef>
                <a:spcPts val="1200"/>
              </a:spcBef>
              <a:spcAft>
                <a:spcPts val="0"/>
              </a:spcAft>
              <a:buNone/>
            </a:pPr>
            <a:r>
              <a:t/>
            </a:r>
            <a:endParaRPr sz="1400">
              <a:solidFill>
                <a:srgbClr val="0D0D0D"/>
              </a:solidFill>
            </a:endParaRPr>
          </a:p>
          <a:p>
            <a:pPr indent="0" lvl="0" marL="0" rtl="0" algn="l">
              <a:lnSpc>
                <a:spcPct val="150000"/>
              </a:lnSpc>
              <a:spcBef>
                <a:spcPts val="600"/>
              </a:spcBef>
              <a:spcAft>
                <a:spcPts val="0"/>
              </a:spcAft>
              <a:buNone/>
            </a:pPr>
            <a:r>
              <a:t/>
            </a:r>
            <a:endParaRPr sz="1100"/>
          </a:p>
        </p:txBody>
      </p:sp>
      <p:sp>
        <p:nvSpPr>
          <p:cNvPr id="2159" name="Google Shape;2159;p26"/>
          <p:cNvSpPr txBox="1"/>
          <p:nvPr/>
        </p:nvSpPr>
        <p:spPr>
          <a:xfrm>
            <a:off x="1567850" y="346425"/>
            <a:ext cx="5915700" cy="600300"/>
          </a:xfrm>
          <a:prstGeom prst="rect">
            <a:avLst/>
          </a:prstGeom>
          <a:noFill/>
          <a:ln>
            <a:noFill/>
          </a:ln>
        </p:spPr>
        <p:txBody>
          <a:bodyPr anchorCtr="0" anchor="t" bIns="91425" lIns="91425" spcFirstLastPara="1" rIns="91425" wrap="square" tIns="91425">
            <a:spAutoFit/>
          </a:bodyPr>
          <a:lstStyle/>
          <a:p>
            <a:pPr indent="0" lvl="0" marL="0" rtl="0" algn="ctr">
              <a:lnSpc>
                <a:spcPct val="133333"/>
              </a:lnSpc>
              <a:spcBef>
                <a:spcPts val="0"/>
              </a:spcBef>
              <a:spcAft>
                <a:spcPts val="600"/>
              </a:spcAft>
              <a:buNone/>
            </a:pPr>
            <a:r>
              <a:rPr b="1" lang="en" sz="2700">
                <a:solidFill>
                  <a:srgbClr val="0D0D0D"/>
                </a:solidFill>
                <a:latin typeface="Poppins"/>
                <a:ea typeface="Poppins"/>
                <a:cs typeface="Poppins"/>
                <a:sym typeface="Poppins"/>
              </a:rPr>
              <a:t>U.S. Tourism Industry Overview</a:t>
            </a:r>
            <a:endParaRPr b="1" sz="2700">
              <a:solidFill>
                <a:srgbClr val="0D0D0D"/>
              </a:solidFill>
              <a:latin typeface="Poppins"/>
              <a:ea typeface="Poppins"/>
              <a:cs typeface="Poppins"/>
              <a:sym typeface="Poppins"/>
            </a:endParaRPr>
          </a:p>
        </p:txBody>
      </p:sp>
      <p:pic>
        <p:nvPicPr>
          <p:cNvPr id="2160" name="Google Shape;2160;p26"/>
          <p:cNvPicPr preferRelativeResize="0"/>
          <p:nvPr/>
        </p:nvPicPr>
        <p:blipFill>
          <a:blip r:embed="rId3">
            <a:alphaModFix/>
          </a:blip>
          <a:stretch>
            <a:fillRect/>
          </a:stretch>
        </p:blipFill>
        <p:spPr>
          <a:xfrm>
            <a:off x="3628725" y="1153900"/>
            <a:ext cx="5368200" cy="3390600"/>
          </a:xfrm>
          <a:prstGeom prst="roundRect">
            <a:avLst>
              <a:gd fmla="val 16667" name="adj"/>
            </a:avLst>
          </a:prstGeom>
          <a:noFill/>
          <a:ln>
            <a:noFill/>
          </a:ln>
        </p:spPr>
      </p:pic>
      <p:grpSp>
        <p:nvGrpSpPr>
          <p:cNvPr id="2161" name="Google Shape;2161;p26"/>
          <p:cNvGrpSpPr/>
          <p:nvPr/>
        </p:nvGrpSpPr>
        <p:grpSpPr>
          <a:xfrm>
            <a:off x="7364289" y="448923"/>
            <a:ext cx="393701" cy="395298"/>
            <a:chOff x="1622425" y="1658938"/>
            <a:chExt cx="393701" cy="395298"/>
          </a:xfrm>
        </p:grpSpPr>
        <p:sp>
          <p:nvSpPr>
            <p:cNvPr id="2162" name="Google Shape;2162;p26"/>
            <p:cNvSpPr/>
            <p:nvPr/>
          </p:nvSpPr>
          <p:spPr>
            <a:xfrm>
              <a:off x="1689100" y="1727200"/>
              <a:ext cx="258768" cy="258768"/>
            </a:xfrm>
            <a:custGeom>
              <a:rect b="b" l="l" r="r" t="t"/>
              <a:pathLst>
                <a:path extrusionOk="0" h="6650" w="6650">
                  <a:moveTo>
                    <a:pt x="6281" y="1802"/>
                  </a:moveTo>
                  <a:cubicBezTo>
                    <a:pt x="6048" y="1350"/>
                    <a:pt x="5708" y="951"/>
                    <a:pt x="5297" y="648"/>
                  </a:cubicBezTo>
                  <a:cubicBezTo>
                    <a:pt x="5231" y="600"/>
                    <a:pt x="5138" y="614"/>
                    <a:pt x="5089" y="680"/>
                  </a:cubicBezTo>
                  <a:cubicBezTo>
                    <a:pt x="5040" y="746"/>
                    <a:pt x="5054" y="839"/>
                    <a:pt x="5121" y="888"/>
                  </a:cubicBezTo>
                  <a:cubicBezTo>
                    <a:pt x="5892" y="1457"/>
                    <a:pt x="6352" y="2368"/>
                    <a:pt x="6352" y="3325"/>
                  </a:cubicBezTo>
                  <a:cubicBezTo>
                    <a:pt x="6352" y="4994"/>
                    <a:pt x="4994" y="6352"/>
                    <a:pt x="3325" y="6352"/>
                  </a:cubicBezTo>
                  <a:cubicBezTo>
                    <a:pt x="1656" y="6352"/>
                    <a:pt x="298" y="4994"/>
                    <a:pt x="298" y="3325"/>
                  </a:cubicBezTo>
                  <a:cubicBezTo>
                    <a:pt x="298" y="1656"/>
                    <a:pt x="1656" y="298"/>
                    <a:pt x="3325" y="298"/>
                  </a:cubicBezTo>
                  <a:cubicBezTo>
                    <a:pt x="3757" y="298"/>
                    <a:pt x="4174" y="387"/>
                    <a:pt x="4564" y="563"/>
                  </a:cubicBezTo>
                  <a:cubicBezTo>
                    <a:pt x="4638" y="596"/>
                    <a:pt x="4728" y="562"/>
                    <a:pt x="4761" y="488"/>
                  </a:cubicBezTo>
                  <a:cubicBezTo>
                    <a:pt x="4794" y="414"/>
                    <a:pt x="4760" y="324"/>
                    <a:pt x="4686" y="291"/>
                  </a:cubicBezTo>
                  <a:cubicBezTo>
                    <a:pt x="4257" y="98"/>
                    <a:pt x="3799" y="0"/>
                    <a:pt x="3325" y="0"/>
                  </a:cubicBezTo>
                  <a:cubicBezTo>
                    <a:pt x="1491" y="0"/>
                    <a:pt x="0" y="1492"/>
                    <a:pt x="0" y="3325"/>
                  </a:cubicBezTo>
                  <a:cubicBezTo>
                    <a:pt x="0" y="5158"/>
                    <a:pt x="1491" y="6650"/>
                    <a:pt x="3325" y="6650"/>
                  </a:cubicBezTo>
                  <a:cubicBezTo>
                    <a:pt x="5158" y="6650"/>
                    <a:pt x="6650" y="5158"/>
                    <a:pt x="6650" y="3325"/>
                  </a:cubicBezTo>
                  <a:cubicBezTo>
                    <a:pt x="6650" y="2796"/>
                    <a:pt x="6522" y="2269"/>
                    <a:pt x="6281" y="1802"/>
                  </a:cubicBezTo>
                  <a:close/>
                  <a:moveTo>
                    <a:pt x="6281" y="1802"/>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26"/>
            <p:cNvSpPr/>
            <p:nvPr/>
          </p:nvSpPr>
          <p:spPr>
            <a:xfrm>
              <a:off x="1727200" y="1763713"/>
              <a:ext cx="184150" cy="185739"/>
            </a:xfrm>
            <a:custGeom>
              <a:rect b="b" l="l" r="r" t="t"/>
              <a:pathLst>
                <a:path extrusionOk="0" h="4744" w="4744">
                  <a:moveTo>
                    <a:pt x="2372" y="0"/>
                  </a:moveTo>
                  <a:cubicBezTo>
                    <a:pt x="1064" y="0"/>
                    <a:pt x="0" y="1064"/>
                    <a:pt x="0" y="2372"/>
                  </a:cubicBezTo>
                  <a:cubicBezTo>
                    <a:pt x="0" y="3680"/>
                    <a:pt x="1064" y="4744"/>
                    <a:pt x="2372" y="4744"/>
                  </a:cubicBezTo>
                  <a:cubicBezTo>
                    <a:pt x="3680" y="4744"/>
                    <a:pt x="4744" y="3680"/>
                    <a:pt x="4744" y="2372"/>
                  </a:cubicBezTo>
                  <a:cubicBezTo>
                    <a:pt x="4744" y="1064"/>
                    <a:pt x="3680" y="0"/>
                    <a:pt x="2372" y="0"/>
                  </a:cubicBezTo>
                  <a:close/>
                  <a:moveTo>
                    <a:pt x="2372" y="4446"/>
                  </a:moveTo>
                  <a:cubicBezTo>
                    <a:pt x="1228" y="4446"/>
                    <a:pt x="298" y="3516"/>
                    <a:pt x="298" y="2372"/>
                  </a:cubicBezTo>
                  <a:cubicBezTo>
                    <a:pt x="298" y="1228"/>
                    <a:pt x="1228" y="298"/>
                    <a:pt x="2372" y="298"/>
                  </a:cubicBezTo>
                  <a:cubicBezTo>
                    <a:pt x="3516" y="298"/>
                    <a:pt x="4446" y="1228"/>
                    <a:pt x="4446" y="2372"/>
                  </a:cubicBezTo>
                  <a:cubicBezTo>
                    <a:pt x="4446" y="3516"/>
                    <a:pt x="3516" y="4446"/>
                    <a:pt x="2372" y="4446"/>
                  </a:cubicBezTo>
                  <a:close/>
                  <a:moveTo>
                    <a:pt x="2372" y="4446"/>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26"/>
            <p:cNvSpPr/>
            <p:nvPr/>
          </p:nvSpPr>
          <p:spPr>
            <a:xfrm>
              <a:off x="1789113" y="1789113"/>
              <a:ext cx="60325" cy="134939"/>
            </a:xfrm>
            <a:custGeom>
              <a:rect b="b" l="l" r="r" t="t"/>
              <a:pathLst>
                <a:path extrusionOk="0" h="3474" w="1568">
                  <a:moveTo>
                    <a:pt x="1419" y="1410"/>
                  </a:moveTo>
                  <a:cubicBezTo>
                    <a:pt x="1501" y="1410"/>
                    <a:pt x="1568" y="1343"/>
                    <a:pt x="1568" y="1261"/>
                  </a:cubicBezTo>
                  <a:lnTo>
                    <a:pt x="1568" y="1102"/>
                  </a:lnTo>
                  <a:cubicBezTo>
                    <a:pt x="1568" y="757"/>
                    <a:pt x="1287" y="477"/>
                    <a:pt x="943" y="477"/>
                  </a:cubicBezTo>
                  <a:lnTo>
                    <a:pt x="933" y="477"/>
                  </a:lnTo>
                  <a:lnTo>
                    <a:pt x="933" y="149"/>
                  </a:lnTo>
                  <a:cubicBezTo>
                    <a:pt x="933" y="67"/>
                    <a:pt x="866" y="0"/>
                    <a:pt x="784" y="0"/>
                  </a:cubicBezTo>
                  <a:cubicBezTo>
                    <a:pt x="702" y="0"/>
                    <a:pt x="635" y="67"/>
                    <a:pt x="635" y="149"/>
                  </a:cubicBezTo>
                  <a:lnTo>
                    <a:pt x="635" y="480"/>
                  </a:lnTo>
                  <a:cubicBezTo>
                    <a:pt x="279" y="515"/>
                    <a:pt x="0" y="816"/>
                    <a:pt x="0" y="1181"/>
                  </a:cubicBezTo>
                  <a:cubicBezTo>
                    <a:pt x="0" y="1570"/>
                    <a:pt x="316" y="1886"/>
                    <a:pt x="704" y="1886"/>
                  </a:cubicBezTo>
                  <a:lnTo>
                    <a:pt x="863" y="1886"/>
                  </a:lnTo>
                  <a:cubicBezTo>
                    <a:pt x="1088" y="1886"/>
                    <a:pt x="1270" y="2069"/>
                    <a:pt x="1270" y="2293"/>
                  </a:cubicBezTo>
                  <a:cubicBezTo>
                    <a:pt x="1270" y="2517"/>
                    <a:pt x="1088" y="2700"/>
                    <a:pt x="863" y="2700"/>
                  </a:cubicBezTo>
                  <a:lnTo>
                    <a:pt x="625" y="2700"/>
                  </a:lnTo>
                  <a:cubicBezTo>
                    <a:pt x="444" y="2700"/>
                    <a:pt x="297" y="2553"/>
                    <a:pt x="297" y="2372"/>
                  </a:cubicBezTo>
                  <a:cubicBezTo>
                    <a:pt x="297" y="2290"/>
                    <a:pt x="231" y="2223"/>
                    <a:pt x="149" y="2223"/>
                  </a:cubicBezTo>
                  <a:cubicBezTo>
                    <a:pt x="66" y="2223"/>
                    <a:pt x="0" y="2290"/>
                    <a:pt x="0" y="2372"/>
                  </a:cubicBezTo>
                  <a:cubicBezTo>
                    <a:pt x="0" y="2717"/>
                    <a:pt x="280" y="2998"/>
                    <a:pt x="625" y="2998"/>
                  </a:cubicBezTo>
                  <a:lnTo>
                    <a:pt x="635" y="2998"/>
                  </a:lnTo>
                  <a:lnTo>
                    <a:pt x="635" y="3325"/>
                  </a:lnTo>
                  <a:cubicBezTo>
                    <a:pt x="635" y="3407"/>
                    <a:pt x="702" y="3474"/>
                    <a:pt x="784" y="3474"/>
                  </a:cubicBezTo>
                  <a:cubicBezTo>
                    <a:pt x="866" y="3474"/>
                    <a:pt x="933" y="3407"/>
                    <a:pt x="933" y="3325"/>
                  </a:cubicBezTo>
                  <a:lnTo>
                    <a:pt x="933" y="2994"/>
                  </a:lnTo>
                  <a:cubicBezTo>
                    <a:pt x="1289" y="2959"/>
                    <a:pt x="1568" y="2658"/>
                    <a:pt x="1568" y="2293"/>
                  </a:cubicBezTo>
                  <a:cubicBezTo>
                    <a:pt x="1568" y="1904"/>
                    <a:pt x="1252" y="1588"/>
                    <a:pt x="863" y="1588"/>
                  </a:cubicBezTo>
                  <a:lnTo>
                    <a:pt x="704" y="1588"/>
                  </a:lnTo>
                  <a:cubicBezTo>
                    <a:pt x="480" y="1588"/>
                    <a:pt x="298" y="1406"/>
                    <a:pt x="298" y="1181"/>
                  </a:cubicBezTo>
                  <a:cubicBezTo>
                    <a:pt x="298" y="957"/>
                    <a:pt x="480" y="774"/>
                    <a:pt x="704" y="774"/>
                  </a:cubicBezTo>
                  <a:lnTo>
                    <a:pt x="943" y="774"/>
                  </a:lnTo>
                  <a:cubicBezTo>
                    <a:pt x="1123" y="774"/>
                    <a:pt x="1270" y="921"/>
                    <a:pt x="1270" y="1102"/>
                  </a:cubicBezTo>
                  <a:lnTo>
                    <a:pt x="1270" y="1261"/>
                  </a:lnTo>
                  <a:cubicBezTo>
                    <a:pt x="1270" y="1343"/>
                    <a:pt x="1337" y="1410"/>
                    <a:pt x="1419" y="1410"/>
                  </a:cubicBezTo>
                  <a:close/>
                  <a:moveTo>
                    <a:pt x="1419" y="1410"/>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26"/>
            <p:cNvSpPr/>
            <p:nvPr/>
          </p:nvSpPr>
          <p:spPr>
            <a:xfrm>
              <a:off x="1622425" y="1658938"/>
              <a:ext cx="393701" cy="395298"/>
            </a:xfrm>
            <a:custGeom>
              <a:rect b="b" l="l" r="r" t="t"/>
              <a:pathLst>
                <a:path extrusionOk="0" h="10143" w="10143">
                  <a:moveTo>
                    <a:pt x="9995" y="4922"/>
                  </a:moveTo>
                  <a:lnTo>
                    <a:pt x="9347" y="4922"/>
                  </a:lnTo>
                  <a:cubicBezTo>
                    <a:pt x="9310" y="3835"/>
                    <a:pt x="8869" y="2819"/>
                    <a:pt x="8096" y="2046"/>
                  </a:cubicBezTo>
                  <a:cubicBezTo>
                    <a:pt x="7324" y="1274"/>
                    <a:pt x="6307" y="833"/>
                    <a:pt x="5221" y="796"/>
                  </a:cubicBezTo>
                  <a:lnTo>
                    <a:pt x="5221" y="148"/>
                  </a:lnTo>
                  <a:cubicBezTo>
                    <a:pt x="5221" y="66"/>
                    <a:pt x="5154" y="0"/>
                    <a:pt x="5072" y="0"/>
                  </a:cubicBezTo>
                  <a:cubicBezTo>
                    <a:pt x="4990" y="0"/>
                    <a:pt x="4923" y="66"/>
                    <a:pt x="4923" y="148"/>
                  </a:cubicBezTo>
                  <a:lnTo>
                    <a:pt x="4923" y="796"/>
                  </a:lnTo>
                  <a:cubicBezTo>
                    <a:pt x="3836" y="833"/>
                    <a:pt x="2820" y="1274"/>
                    <a:pt x="2047" y="2046"/>
                  </a:cubicBezTo>
                  <a:cubicBezTo>
                    <a:pt x="1274" y="2819"/>
                    <a:pt x="834" y="3835"/>
                    <a:pt x="797" y="4922"/>
                  </a:cubicBezTo>
                  <a:lnTo>
                    <a:pt x="149" y="4922"/>
                  </a:lnTo>
                  <a:cubicBezTo>
                    <a:pt x="67" y="4922"/>
                    <a:pt x="0" y="4989"/>
                    <a:pt x="0" y="5071"/>
                  </a:cubicBezTo>
                  <a:cubicBezTo>
                    <a:pt x="0" y="5153"/>
                    <a:pt x="67" y="5220"/>
                    <a:pt x="149" y="5220"/>
                  </a:cubicBezTo>
                  <a:lnTo>
                    <a:pt x="797" y="5220"/>
                  </a:lnTo>
                  <a:cubicBezTo>
                    <a:pt x="834" y="6307"/>
                    <a:pt x="1274" y="7323"/>
                    <a:pt x="2047" y="8096"/>
                  </a:cubicBezTo>
                  <a:cubicBezTo>
                    <a:pt x="2820" y="8869"/>
                    <a:pt x="3836" y="9309"/>
                    <a:pt x="4923" y="9346"/>
                  </a:cubicBezTo>
                  <a:lnTo>
                    <a:pt x="4923" y="9994"/>
                  </a:lnTo>
                  <a:cubicBezTo>
                    <a:pt x="4923" y="10076"/>
                    <a:pt x="4990" y="10143"/>
                    <a:pt x="5072" y="10143"/>
                  </a:cubicBezTo>
                  <a:cubicBezTo>
                    <a:pt x="5154" y="10143"/>
                    <a:pt x="5221" y="10076"/>
                    <a:pt x="5221" y="9994"/>
                  </a:cubicBezTo>
                  <a:lnTo>
                    <a:pt x="5221" y="9346"/>
                  </a:lnTo>
                  <a:cubicBezTo>
                    <a:pt x="6307" y="9309"/>
                    <a:pt x="7324" y="8869"/>
                    <a:pt x="8097" y="8096"/>
                  </a:cubicBezTo>
                  <a:cubicBezTo>
                    <a:pt x="8869" y="7323"/>
                    <a:pt x="9310" y="6307"/>
                    <a:pt x="9347" y="5220"/>
                  </a:cubicBezTo>
                  <a:lnTo>
                    <a:pt x="9995" y="5220"/>
                  </a:lnTo>
                  <a:cubicBezTo>
                    <a:pt x="10077" y="5220"/>
                    <a:pt x="10143" y="5153"/>
                    <a:pt x="10143" y="5071"/>
                  </a:cubicBezTo>
                  <a:cubicBezTo>
                    <a:pt x="10143" y="4989"/>
                    <a:pt x="10077" y="4922"/>
                    <a:pt x="9995" y="4922"/>
                  </a:cubicBezTo>
                  <a:close/>
                  <a:moveTo>
                    <a:pt x="8883" y="5220"/>
                  </a:moveTo>
                  <a:lnTo>
                    <a:pt x="9049" y="5220"/>
                  </a:lnTo>
                  <a:cubicBezTo>
                    <a:pt x="8972" y="7296"/>
                    <a:pt x="7297" y="8971"/>
                    <a:pt x="5221" y="9048"/>
                  </a:cubicBezTo>
                  <a:lnTo>
                    <a:pt x="5221" y="8882"/>
                  </a:lnTo>
                  <a:cubicBezTo>
                    <a:pt x="5221" y="8800"/>
                    <a:pt x="5154" y="8733"/>
                    <a:pt x="5072" y="8733"/>
                  </a:cubicBezTo>
                  <a:cubicBezTo>
                    <a:pt x="4990" y="8733"/>
                    <a:pt x="4923" y="8800"/>
                    <a:pt x="4923" y="8882"/>
                  </a:cubicBezTo>
                  <a:lnTo>
                    <a:pt x="4923" y="9048"/>
                  </a:lnTo>
                  <a:cubicBezTo>
                    <a:pt x="2847" y="8971"/>
                    <a:pt x="1172" y="7296"/>
                    <a:pt x="1095" y="5220"/>
                  </a:cubicBezTo>
                  <a:lnTo>
                    <a:pt x="1261" y="5220"/>
                  </a:lnTo>
                  <a:cubicBezTo>
                    <a:pt x="1343" y="5220"/>
                    <a:pt x="1410" y="5153"/>
                    <a:pt x="1410" y="5071"/>
                  </a:cubicBezTo>
                  <a:cubicBezTo>
                    <a:pt x="1410" y="4989"/>
                    <a:pt x="1343" y="4922"/>
                    <a:pt x="1261" y="4922"/>
                  </a:cubicBezTo>
                  <a:lnTo>
                    <a:pt x="1095" y="4922"/>
                  </a:lnTo>
                  <a:cubicBezTo>
                    <a:pt x="1172" y="2846"/>
                    <a:pt x="2847" y="1171"/>
                    <a:pt x="4923" y="1094"/>
                  </a:cubicBezTo>
                  <a:lnTo>
                    <a:pt x="4923" y="1260"/>
                  </a:lnTo>
                  <a:cubicBezTo>
                    <a:pt x="4923" y="1342"/>
                    <a:pt x="4990" y="1409"/>
                    <a:pt x="5072" y="1409"/>
                  </a:cubicBezTo>
                  <a:cubicBezTo>
                    <a:pt x="5154" y="1409"/>
                    <a:pt x="5221" y="1342"/>
                    <a:pt x="5221" y="1260"/>
                  </a:cubicBezTo>
                  <a:lnTo>
                    <a:pt x="5221" y="1094"/>
                  </a:lnTo>
                  <a:cubicBezTo>
                    <a:pt x="7297" y="1171"/>
                    <a:pt x="8972" y="2846"/>
                    <a:pt x="9049" y="4922"/>
                  </a:cubicBezTo>
                  <a:lnTo>
                    <a:pt x="8883" y="4922"/>
                  </a:lnTo>
                  <a:cubicBezTo>
                    <a:pt x="8801" y="4922"/>
                    <a:pt x="8734" y="4989"/>
                    <a:pt x="8734" y="5071"/>
                  </a:cubicBezTo>
                  <a:cubicBezTo>
                    <a:pt x="8734" y="5153"/>
                    <a:pt x="8801" y="5220"/>
                    <a:pt x="8883" y="5220"/>
                  </a:cubicBezTo>
                  <a:close/>
                  <a:moveTo>
                    <a:pt x="8883" y="5220"/>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9" name="Shape 2169"/>
        <p:cNvGrpSpPr/>
        <p:nvPr/>
      </p:nvGrpSpPr>
      <p:grpSpPr>
        <a:xfrm>
          <a:off x="0" y="0"/>
          <a:ext cx="0" cy="0"/>
          <a:chOff x="0" y="0"/>
          <a:chExt cx="0" cy="0"/>
        </a:xfrm>
      </p:grpSpPr>
      <p:sp>
        <p:nvSpPr>
          <p:cNvPr id="2170" name="Google Shape;2170;p27"/>
          <p:cNvSpPr txBox="1"/>
          <p:nvPr>
            <p:ph type="title"/>
          </p:nvPr>
        </p:nvSpPr>
        <p:spPr>
          <a:xfrm>
            <a:off x="312950" y="247550"/>
            <a:ext cx="7696200" cy="513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2941"/>
              <a:buFont typeface="Bebas Neue"/>
              <a:buNone/>
            </a:pPr>
            <a:r>
              <a:rPr lang="en"/>
              <a:t>Our Audience</a:t>
            </a:r>
            <a:endParaRPr/>
          </a:p>
        </p:txBody>
      </p:sp>
      <p:sp>
        <p:nvSpPr>
          <p:cNvPr id="2171" name="Google Shape;2171;p27"/>
          <p:cNvSpPr/>
          <p:nvPr/>
        </p:nvSpPr>
        <p:spPr>
          <a:xfrm>
            <a:off x="312951" y="866976"/>
            <a:ext cx="551700" cy="2817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72" name="Google Shape;2172;p27"/>
          <p:cNvSpPr txBox="1"/>
          <p:nvPr>
            <p:ph idx="4294967295" type="title"/>
          </p:nvPr>
        </p:nvSpPr>
        <p:spPr>
          <a:xfrm>
            <a:off x="312950" y="818638"/>
            <a:ext cx="551700" cy="3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01</a:t>
            </a:r>
            <a:endParaRPr sz="2000"/>
          </a:p>
        </p:txBody>
      </p:sp>
      <p:sp>
        <p:nvSpPr>
          <p:cNvPr id="2173" name="Google Shape;2173;p27"/>
          <p:cNvSpPr txBox="1"/>
          <p:nvPr>
            <p:ph idx="4294967295" type="subTitle"/>
          </p:nvPr>
        </p:nvSpPr>
        <p:spPr>
          <a:xfrm>
            <a:off x="864650" y="956639"/>
            <a:ext cx="5709900" cy="315600"/>
          </a:xfrm>
          <a:prstGeom prst="rect">
            <a:avLst/>
          </a:prstGeom>
        </p:spPr>
        <p:txBody>
          <a:bodyPr anchorCtr="0" anchor="t" bIns="45700" lIns="91425" spcFirstLastPara="1" rIns="91425" wrap="square" tIns="45700">
            <a:normAutofit fontScale="85000"/>
          </a:bodyPr>
          <a:lstStyle/>
          <a:p>
            <a:pPr indent="0" lvl="0" marL="0" rtl="0" algn="l">
              <a:spcBef>
                <a:spcPts val="0"/>
              </a:spcBef>
              <a:spcAft>
                <a:spcPts val="0"/>
              </a:spcAft>
              <a:buSzPct val="93333"/>
              <a:buNone/>
            </a:pPr>
            <a:r>
              <a:rPr b="1" lang="en" sz="1500"/>
              <a:t> State Tourism Offices / Destination Marketing Organizations (DMOs)</a:t>
            </a:r>
            <a:endParaRPr b="1" sz="1500"/>
          </a:p>
        </p:txBody>
      </p:sp>
      <p:sp>
        <p:nvSpPr>
          <p:cNvPr id="2174" name="Google Shape;2174;p27"/>
          <p:cNvSpPr txBox="1"/>
          <p:nvPr/>
        </p:nvSpPr>
        <p:spPr>
          <a:xfrm>
            <a:off x="312950" y="1254237"/>
            <a:ext cx="863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They plan, promote, and measure tourism across states or regions — they need analytics to attract visitors and track ROI.</a:t>
            </a:r>
            <a:endParaRPr/>
          </a:p>
        </p:txBody>
      </p:sp>
      <p:sp>
        <p:nvSpPr>
          <p:cNvPr id="2175" name="Google Shape;2175;p27"/>
          <p:cNvSpPr/>
          <p:nvPr/>
        </p:nvSpPr>
        <p:spPr>
          <a:xfrm>
            <a:off x="312951" y="2442633"/>
            <a:ext cx="551700" cy="2817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76" name="Google Shape;2176;p27"/>
          <p:cNvSpPr/>
          <p:nvPr/>
        </p:nvSpPr>
        <p:spPr>
          <a:xfrm>
            <a:off x="312951" y="1551012"/>
            <a:ext cx="551700" cy="2817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77" name="Google Shape;2177;p27"/>
          <p:cNvSpPr txBox="1"/>
          <p:nvPr/>
        </p:nvSpPr>
        <p:spPr>
          <a:xfrm>
            <a:off x="312950" y="1493874"/>
            <a:ext cx="55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02</a:t>
            </a:r>
            <a:endParaRPr/>
          </a:p>
        </p:txBody>
      </p:sp>
      <p:sp>
        <p:nvSpPr>
          <p:cNvPr id="2178" name="Google Shape;2178;p27"/>
          <p:cNvSpPr txBox="1"/>
          <p:nvPr>
            <p:ph idx="4294967295" type="subTitle"/>
          </p:nvPr>
        </p:nvSpPr>
        <p:spPr>
          <a:xfrm>
            <a:off x="964025" y="1622412"/>
            <a:ext cx="5709900" cy="315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SzPts val="1400"/>
              <a:buNone/>
            </a:pPr>
            <a:r>
              <a:rPr b="1" lang="en"/>
              <a:t>Local Convention and Visitors Bureaus (CVBs)</a:t>
            </a:r>
            <a:endParaRPr b="1"/>
          </a:p>
        </p:txBody>
      </p:sp>
      <p:sp>
        <p:nvSpPr>
          <p:cNvPr id="2179" name="Google Shape;2179;p27"/>
          <p:cNvSpPr txBox="1"/>
          <p:nvPr/>
        </p:nvSpPr>
        <p:spPr>
          <a:xfrm>
            <a:off x="425575" y="1906710"/>
            <a:ext cx="8639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City-level organizations responsible for promoting local destinations and events — they need dashboards to show visitor growth and spending.</a:t>
            </a:r>
            <a:endParaRPr/>
          </a:p>
        </p:txBody>
      </p:sp>
      <p:sp>
        <p:nvSpPr>
          <p:cNvPr id="2180" name="Google Shape;2180;p27"/>
          <p:cNvSpPr txBox="1"/>
          <p:nvPr/>
        </p:nvSpPr>
        <p:spPr>
          <a:xfrm>
            <a:off x="312950" y="2385495"/>
            <a:ext cx="55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03</a:t>
            </a:r>
            <a:endParaRPr/>
          </a:p>
        </p:txBody>
      </p:sp>
      <p:sp>
        <p:nvSpPr>
          <p:cNvPr id="2181" name="Google Shape;2181;p27"/>
          <p:cNvSpPr txBox="1"/>
          <p:nvPr>
            <p:ph idx="4294967295" type="subTitle"/>
          </p:nvPr>
        </p:nvSpPr>
        <p:spPr>
          <a:xfrm>
            <a:off x="1023650" y="2527855"/>
            <a:ext cx="5709900" cy="315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SzPts val="1400"/>
              <a:buNone/>
            </a:pPr>
            <a:r>
              <a:rPr b="1" lang="en"/>
              <a:t>Economic Development Agencies (EDAs)</a:t>
            </a:r>
            <a:endParaRPr b="1"/>
          </a:p>
        </p:txBody>
      </p:sp>
      <p:sp>
        <p:nvSpPr>
          <p:cNvPr id="2182" name="Google Shape;2182;p27"/>
          <p:cNvSpPr txBox="1"/>
          <p:nvPr/>
        </p:nvSpPr>
        <p:spPr>
          <a:xfrm>
            <a:off x="425575" y="2809441"/>
            <a:ext cx="863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Public agencies that encourage investment and job creation through tourism and local business growth.</a:t>
            </a:r>
            <a:endParaRPr/>
          </a:p>
        </p:txBody>
      </p:sp>
      <p:sp>
        <p:nvSpPr>
          <p:cNvPr id="2183" name="Google Shape;2183;p27"/>
          <p:cNvSpPr/>
          <p:nvPr/>
        </p:nvSpPr>
        <p:spPr>
          <a:xfrm>
            <a:off x="312951" y="3206999"/>
            <a:ext cx="551700" cy="2706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84" name="Google Shape;2184;p27"/>
          <p:cNvSpPr txBox="1"/>
          <p:nvPr>
            <p:ph idx="4294967295" type="title"/>
          </p:nvPr>
        </p:nvSpPr>
        <p:spPr>
          <a:xfrm>
            <a:off x="312950" y="3175376"/>
            <a:ext cx="551700" cy="2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04</a:t>
            </a:r>
            <a:endParaRPr sz="2000"/>
          </a:p>
        </p:txBody>
      </p:sp>
      <p:sp>
        <p:nvSpPr>
          <p:cNvPr id="2185" name="Google Shape;2185;p27"/>
          <p:cNvSpPr txBox="1"/>
          <p:nvPr>
            <p:ph idx="4294967295" type="subTitle"/>
          </p:nvPr>
        </p:nvSpPr>
        <p:spPr>
          <a:xfrm>
            <a:off x="864650" y="3293175"/>
            <a:ext cx="5709900" cy="3033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SzPts val="1400"/>
              <a:buNone/>
            </a:pPr>
            <a:r>
              <a:rPr b="1" lang="en"/>
              <a:t>Regional Planning Commissions</a:t>
            </a:r>
            <a:endParaRPr b="1" sz="1500"/>
          </a:p>
        </p:txBody>
      </p:sp>
      <p:sp>
        <p:nvSpPr>
          <p:cNvPr id="2186" name="Google Shape;2186;p27"/>
          <p:cNvSpPr txBox="1"/>
          <p:nvPr/>
        </p:nvSpPr>
        <p:spPr>
          <a:xfrm>
            <a:off x="312950" y="3579204"/>
            <a:ext cx="8639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Oversee multiple counties and rely on data to plan transportation, tourism, and infrastructure projects.</a:t>
            </a:r>
            <a:endParaRPr/>
          </a:p>
          <a:p>
            <a:pPr indent="0" lvl="0" marL="0" rtl="0" algn="l">
              <a:spcBef>
                <a:spcPts val="0"/>
              </a:spcBef>
              <a:spcAft>
                <a:spcPts val="0"/>
              </a:spcAft>
              <a:buNone/>
            </a:pPr>
            <a:r>
              <a:t/>
            </a:r>
            <a:endParaRPr sz="1200"/>
          </a:p>
        </p:txBody>
      </p:sp>
      <p:sp>
        <p:nvSpPr>
          <p:cNvPr id="2187" name="Google Shape;2187;p27"/>
          <p:cNvSpPr/>
          <p:nvPr/>
        </p:nvSpPr>
        <p:spPr>
          <a:xfrm>
            <a:off x="312951" y="3864442"/>
            <a:ext cx="551700" cy="270600"/>
          </a:xfrm>
          <a:prstGeom prst="round1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88" name="Google Shape;2188;p27"/>
          <p:cNvSpPr txBox="1"/>
          <p:nvPr/>
        </p:nvSpPr>
        <p:spPr>
          <a:xfrm>
            <a:off x="312950" y="3809526"/>
            <a:ext cx="55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Poppins"/>
                <a:ea typeface="Poppins"/>
                <a:cs typeface="Poppins"/>
                <a:sym typeface="Poppins"/>
              </a:rPr>
              <a:t>05</a:t>
            </a:r>
            <a:endParaRPr/>
          </a:p>
        </p:txBody>
      </p:sp>
      <p:sp>
        <p:nvSpPr>
          <p:cNvPr id="2189" name="Google Shape;2189;p27"/>
          <p:cNvSpPr txBox="1"/>
          <p:nvPr>
            <p:ph idx="4294967295" type="subTitle"/>
          </p:nvPr>
        </p:nvSpPr>
        <p:spPr>
          <a:xfrm>
            <a:off x="964025" y="3948442"/>
            <a:ext cx="5709900" cy="3033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SzPts val="1400"/>
              <a:buNone/>
            </a:pPr>
            <a:r>
              <a:rPr b="1" lang="en"/>
              <a:t>Small Business Alliances / Chambers of Commerce</a:t>
            </a:r>
            <a:endParaRPr b="1"/>
          </a:p>
        </p:txBody>
      </p:sp>
      <p:sp>
        <p:nvSpPr>
          <p:cNvPr id="2190" name="Google Shape;2190;p27"/>
          <p:cNvSpPr txBox="1"/>
          <p:nvPr/>
        </p:nvSpPr>
        <p:spPr>
          <a:xfrm>
            <a:off x="312950" y="4234888"/>
            <a:ext cx="863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Represent local tourism-dependent businesses (hotels, restaurants, attractions) that benefit from visitor analytics.</a:t>
            </a:r>
            <a:endParaRPr/>
          </a:p>
        </p:txBody>
      </p:sp>
      <p:pic>
        <p:nvPicPr>
          <p:cNvPr id="2191" name="Google Shape;2191;p27"/>
          <p:cNvPicPr preferRelativeResize="0"/>
          <p:nvPr/>
        </p:nvPicPr>
        <p:blipFill>
          <a:blip r:embed="rId3">
            <a:alphaModFix/>
          </a:blip>
          <a:stretch>
            <a:fillRect/>
          </a:stretch>
        </p:blipFill>
        <p:spPr>
          <a:xfrm>
            <a:off x="3292100" y="369200"/>
            <a:ext cx="270600" cy="27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5" name="Shape 2195"/>
        <p:cNvGrpSpPr/>
        <p:nvPr/>
      </p:nvGrpSpPr>
      <p:grpSpPr>
        <a:xfrm>
          <a:off x="0" y="0"/>
          <a:ext cx="0" cy="0"/>
          <a:chOff x="0" y="0"/>
          <a:chExt cx="0" cy="0"/>
        </a:xfrm>
      </p:grpSpPr>
      <p:sp>
        <p:nvSpPr>
          <p:cNvPr id="2196" name="Google Shape;2196;p28"/>
          <p:cNvSpPr txBox="1"/>
          <p:nvPr>
            <p:ph idx="1" type="subTitle"/>
          </p:nvPr>
        </p:nvSpPr>
        <p:spPr>
          <a:xfrm>
            <a:off x="1316450" y="1183350"/>
            <a:ext cx="2052300" cy="4257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SzPts val="1600"/>
              <a:buNone/>
            </a:pPr>
            <a:r>
              <a:rPr lang="en"/>
              <a:t>Quantitative</a:t>
            </a:r>
            <a:endParaRPr/>
          </a:p>
          <a:p>
            <a:pPr indent="0" lvl="0" marL="0" rtl="0" algn="l">
              <a:spcBef>
                <a:spcPts val="750"/>
              </a:spcBef>
              <a:spcAft>
                <a:spcPts val="0"/>
              </a:spcAft>
              <a:buSzPts val="1600"/>
              <a:buNone/>
            </a:pPr>
            <a:r>
              <a:t/>
            </a:r>
            <a:endParaRPr/>
          </a:p>
        </p:txBody>
      </p:sp>
      <p:sp>
        <p:nvSpPr>
          <p:cNvPr id="2197" name="Google Shape;2197;p28"/>
          <p:cNvSpPr txBox="1"/>
          <p:nvPr>
            <p:ph idx="2" type="subTitle"/>
          </p:nvPr>
        </p:nvSpPr>
        <p:spPr>
          <a:xfrm>
            <a:off x="5805100" y="1183350"/>
            <a:ext cx="1879500" cy="4257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SzPts val="1600"/>
              <a:buNone/>
            </a:pPr>
            <a:r>
              <a:rPr lang="en"/>
              <a:t>Qualitative</a:t>
            </a:r>
            <a:endParaRPr/>
          </a:p>
        </p:txBody>
      </p:sp>
      <p:sp>
        <p:nvSpPr>
          <p:cNvPr id="2198" name="Google Shape;2198;p28"/>
          <p:cNvSpPr txBox="1"/>
          <p:nvPr>
            <p:ph idx="3" type="subTitle"/>
          </p:nvPr>
        </p:nvSpPr>
        <p:spPr>
          <a:xfrm>
            <a:off x="732350" y="1608700"/>
            <a:ext cx="3220500" cy="19320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b="1" lang="en" sz="1300"/>
              <a:t>Airline Traffic Data:</a:t>
            </a:r>
            <a:br>
              <a:rPr lang="en" sz="1300">
                <a:latin typeface="Arial"/>
                <a:ea typeface="Arial"/>
                <a:cs typeface="Arial"/>
                <a:sym typeface="Arial"/>
              </a:rPr>
            </a:br>
            <a:r>
              <a:rPr i="1" lang="en" sz="1300" u="sng">
                <a:solidFill>
                  <a:schemeClr val="hlink"/>
                </a:solidFill>
                <a:latin typeface="Arial"/>
                <a:ea typeface="Arial"/>
                <a:cs typeface="Arial"/>
                <a:sym typeface="Arial"/>
                <a:hlinkClick r:id="rId3"/>
              </a:rPr>
              <a:t>https://www.kaggle.com/datasets/yyxian/u-s-airline-traffic-data</a:t>
            </a:r>
            <a:r>
              <a:rPr i="1" lang="en" sz="1300">
                <a:latin typeface="Arial"/>
                <a:ea typeface="Arial"/>
                <a:cs typeface="Arial"/>
                <a:sym typeface="Arial"/>
              </a:rPr>
              <a:t> </a:t>
            </a:r>
            <a:endParaRPr i="1" sz="1300"/>
          </a:p>
          <a:p>
            <a:pPr indent="0" lvl="0" marL="0" rtl="0" algn="l">
              <a:spcBef>
                <a:spcPts val="750"/>
              </a:spcBef>
              <a:spcAft>
                <a:spcPts val="0"/>
              </a:spcAft>
              <a:buNone/>
            </a:pPr>
            <a:r>
              <a:rPr lang="en" sz="1300"/>
              <a:t>Provides insights to touristic travel trends and patterns from airline traffic </a:t>
            </a:r>
            <a:r>
              <a:rPr lang="en" sz="1300"/>
              <a:t>across the years. Number of passengers, flights, and seasons </a:t>
            </a:r>
            <a:r>
              <a:rPr lang="en" sz="1300"/>
              <a:t>will be used to highlight which local destinations are the most and least successful in their tourism activity.</a:t>
            </a:r>
            <a:endParaRPr sz="1300"/>
          </a:p>
        </p:txBody>
      </p:sp>
      <p:sp>
        <p:nvSpPr>
          <p:cNvPr id="2199" name="Google Shape;2199;p28"/>
          <p:cNvSpPr txBox="1"/>
          <p:nvPr>
            <p:ph idx="4" type="subTitle"/>
          </p:nvPr>
        </p:nvSpPr>
        <p:spPr>
          <a:xfrm>
            <a:off x="5078050" y="1608700"/>
            <a:ext cx="3333600" cy="19320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b="1" lang="en" sz="1400"/>
              <a:t>U.S. Travel Destinations: </a:t>
            </a:r>
            <a:r>
              <a:rPr i="1" lang="en" sz="1300" u="sng">
                <a:solidFill>
                  <a:schemeClr val="hlink"/>
                </a:solidFill>
                <a:latin typeface="Arial"/>
                <a:ea typeface="Arial"/>
                <a:cs typeface="Arial"/>
                <a:sym typeface="Arial"/>
                <a:hlinkClick r:id="rId4"/>
              </a:rPr>
              <a:t>https://www.kaggle.com/datasets/mosahle7/us-travel-destinations</a:t>
            </a:r>
            <a:endParaRPr i="1" sz="1400"/>
          </a:p>
          <a:p>
            <a:pPr indent="0" lvl="0" marL="0" rtl="0" algn="l">
              <a:spcBef>
                <a:spcPts val="750"/>
              </a:spcBef>
              <a:spcAft>
                <a:spcPts val="0"/>
              </a:spcAft>
              <a:buNone/>
            </a:pPr>
            <a:r>
              <a:rPr lang="en" sz="1300"/>
              <a:t>Contains real traveler ratings across U.S. locations, cities, and attractions. Includes factoring details such as budget, descriptions, and favorite seasons which will enable sentiment analysis and text mining to uncover what visitors appreciate most in local destinations.</a:t>
            </a:r>
            <a:endParaRPr sz="1300"/>
          </a:p>
        </p:txBody>
      </p:sp>
      <p:sp>
        <p:nvSpPr>
          <p:cNvPr id="2200" name="Google Shape;2200;p28"/>
          <p:cNvSpPr txBox="1"/>
          <p:nvPr>
            <p:ph type="title"/>
          </p:nvPr>
        </p:nvSpPr>
        <p:spPr>
          <a:xfrm>
            <a:off x="1619750" y="357038"/>
            <a:ext cx="5181000" cy="5727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SzPts val="1800"/>
              <a:buNone/>
            </a:pPr>
            <a:r>
              <a:rPr lang="en"/>
              <a:t>Datasets and Process:</a:t>
            </a:r>
            <a:endParaRPr/>
          </a:p>
        </p:txBody>
      </p:sp>
      <p:grpSp>
        <p:nvGrpSpPr>
          <p:cNvPr id="2201" name="Google Shape;2201;p28"/>
          <p:cNvGrpSpPr/>
          <p:nvPr/>
        </p:nvGrpSpPr>
        <p:grpSpPr>
          <a:xfrm>
            <a:off x="1226039" y="445748"/>
            <a:ext cx="393701" cy="395298"/>
            <a:chOff x="1622425" y="1658938"/>
            <a:chExt cx="393701" cy="395298"/>
          </a:xfrm>
        </p:grpSpPr>
        <p:sp>
          <p:nvSpPr>
            <p:cNvPr id="2202" name="Google Shape;2202;p28"/>
            <p:cNvSpPr/>
            <p:nvPr/>
          </p:nvSpPr>
          <p:spPr>
            <a:xfrm>
              <a:off x="1689100" y="1727200"/>
              <a:ext cx="258768" cy="258768"/>
            </a:xfrm>
            <a:custGeom>
              <a:rect b="b" l="l" r="r" t="t"/>
              <a:pathLst>
                <a:path extrusionOk="0" h="6650" w="6650">
                  <a:moveTo>
                    <a:pt x="6281" y="1802"/>
                  </a:moveTo>
                  <a:cubicBezTo>
                    <a:pt x="6048" y="1350"/>
                    <a:pt x="5708" y="951"/>
                    <a:pt x="5297" y="648"/>
                  </a:cubicBezTo>
                  <a:cubicBezTo>
                    <a:pt x="5231" y="600"/>
                    <a:pt x="5138" y="614"/>
                    <a:pt x="5089" y="680"/>
                  </a:cubicBezTo>
                  <a:cubicBezTo>
                    <a:pt x="5040" y="746"/>
                    <a:pt x="5054" y="839"/>
                    <a:pt x="5121" y="888"/>
                  </a:cubicBezTo>
                  <a:cubicBezTo>
                    <a:pt x="5892" y="1457"/>
                    <a:pt x="6352" y="2368"/>
                    <a:pt x="6352" y="3325"/>
                  </a:cubicBezTo>
                  <a:cubicBezTo>
                    <a:pt x="6352" y="4994"/>
                    <a:pt x="4994" y="6352"/>
                    <a:pt x="3325" y="6352"/>
                  </a:cubicBezTo>
                  <a:cubicBezTo>
                    <a:pt x="1656" y="6352"/>
                    <a:pt x="298" y="4994"/>
                    <a:pt x="298" y="3325"/>
                  </a:cubicBezTo>
                  <a:cubicBezTo>
                    <a:pt x="298" y="1656"/>
                    <a:pt x="1656" y="298"/>
                    <a:pt x="3325" y="298"/>
                  </a:cubicBezTo>
                  <a:cubicBezTo>
                    <a:pt x="3757" y="298"/>
                    <a:pt x="4174" y="387"/>
                    <a:pt x="4564" y="563"/>
                  </a:cubicBezTo>
                  <a:cubicBezTo>
                    <a:pt x="4638" y="596"/>
                    <a:pt x="4728" y="562"/>
                    <a:pt x="4761" y="488"/>
                  </a:cubicBezTo>
                  <a:cubicBezTo>
                    <a:pt x="4794" y="414"/>
                    <a:pt x="4760" y="324"/>
                    <a:pt x="4686" y="291"/>
                  </a:cubicBezTo>
                  <a:cubicBezTo>
                    <a:pt x="4257" y="98"/>
                    <a:pt x="3799" y="0"/>
                    <a:pt x="3325" y="0"/>
                  </a:cubicBezTo>
                  <a:cubicBezTo>
                    <a:pt x="1491" y="0"/>
                    <a:pt x="0" y="1492"/>
                    <a:pt x="0" y="3325"/>
                  </a:cubicBezTo>
                  <a:cubicBezTo>
                    <a:pt x="0" y="5158"/>
                    <a:pt x="1491" y="6650"/>
                    <a:pt x="3325" y="6650"/>
                  </a:cubicBezTo>
                  <a:cubicBezTo>
                    <a:pt x="5158" y="6650"/>
                    <a:pt x="6650" y="5158"/>
                    <a:pt x="6650" y="3325"/>
                  </a:cubicBezTo>
                  <a:cubicBezTo>
                    <a:pt x="6650" y="2796"/>
                    <a:pt x="6522" y="2269"/>
                    <a:pt x="6281" y="1802"/>
                  </a:cubicBezTo>
                  <a:close/>
                  <a:moveTo>
                    <a:pt x="6281" y="1802"/>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p28"/>
            <p:cNvSpPr/>
            <p:nvPr/>
          </p:nvSpPr>
          <p:spPr>
            <a:xfrm>
              <a:off x="1727200" y="1763713"/>
              <a:ext cx="184150" cy="185739"/>
            </a:xfrm>
            <a:custGeom>
              <a:rect b="b" l="l" r="r" t="t"/>
              <a:pathLst>
                <a:path extrusionOk="0" h="4744" w="4744">
                  <a:moveTo>
                    <a:pt x="2372" y="0"/>
                  </a:moveTo>
                  <a:cubicBezTo>
                    <a:pt x="1064" y="0"/>
                    <a:pt x="0" y="1064"/>
                    <a:pt x="0" y="2372"/>
                  </a:cubicBezTo>
                  <a:cubicBezTo>
                    <a:pt x="0" y="3680"/>
                    <a:pt x="1064" y="4744"/>
                    <a:pt x="2372" y="4744"/>
                  </a:cubicBezTo>
                  <a:cubicBezTo>
                    <a:pt x="3680" y="4744"/>
                    <a:pt x="4744" y="3680"/>
                    <a:pt x="4744" y="2372"/>
                  </a:cubicBezTo>
                  <a:cubicBezTo>
                    <a:pt x="4744" y="1064"/>
                    <a:pt x="3680" y="0"/>
                    <a:pt x="2372" y="0"/>
                  </a:cubicBezTo>
                  <a:close/>
                  <a:moveTo>
                    <a:pt x="2372" y="4446"/>
                  </a:moveTo>
                  <a:cubicBezTo>
                    <a:pt x="1228" y="4446"/>
                    <a:pt x="298" y="3516"/>
                    <a:pt x="298" y="2372"/>
                  </a:cubicBezTo>
                  <a:cubicBezTo>
                    <a:pt x="298" y="1228"/>
                    <a:pt x="1228" y="298"/>
                    <a:pt x="2372" y="298"/>
                  </a:cubicBezTo>
                  <a:cubicBezTo>
                    <a:pt x="3516" y="298"/>
                    <a:pt x="4446" y="1228"/>
                    <a:pt x="4446" y="2372"/>
                  </a:cubicBezTo>
                  <a:cubicBezTo>
                    <a:pt x="4446" y="3516"/>
                    <a:pt x="3516" y="4446"/>
                    <a:pt x="2372" y="4446"/>
                  </a:cubicBezTo>
                  <a:close/>
                  <a:moveTo>
                    <a:pt x="2372" y="4446"/>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p28"/>
            <p:cNvSpPr/>
            <p:nvPr/>
          </p:nvSpPr>
          <p:spPr>
            <a:xfrm>
              <a:off x="1789113" y="1789113"/>
              <a:ext cx="60325" cy="134939"/>
            </a:xfrm>
            <a:custGeom>
              <a:rect b="b" l="l" r="r" t="t"/>
              <a:pathLst>
                <a:path extrusionOk="0" h="3474" w="1568">
                  <a:moveTo>
                    <a:pt x="1419" y="1410"/>
                  </a:moveTo>
                  <a:cubicBezTo>
                    <a:pt x="1501" y="1410"/>
                    <a:pt x="1568" y="1343"/>
                    <a:pt x="1568" y="1261"/>
                  </a:cubicBezTo>
                  <a:lnTo>
                    <a:pt x="1568" y="1102"/>
                  </a:lnTo>
                  <a:cubicBezTo>
                    <a:pt x="1568" y="757"/>
                    <a:pt x="1287" y="477"/>
                    <a:pt x="943" y="477"/>
                  </a:cubicBezTo>
                  <a:lnTo>
                    <a:pt x="933" y="477"/>
                  </a:lnTo>
                  <a:lnTo>
                    <a:pt x="933" y="149"/>
                  </a:lnTo>
                  <a:cubicBezTo>
                    <a:pt x="933" y="67"/>
                    <a:pt x="866" y="0"/>
                    <a:pt x="784" y="0"/>
                  </a:cubicBezTo>
                  <a:cubicBezTo>
                    <a:pt x="702" y="0"/>
                    <a:pt x="635" y="67"/>
                    <a:pt x="635" y="149"/>
                  </a:cubicBezTo>
                  <a:lnTo>
                    <a:pt x="635" y="480"/>
                  </a:lnTo>
                  <a:cubicBezTo>
                    <a:pt x="279" y="515"/>
                    <a:pt x="0" y="816"/>
                    <a:pt x="0" y="1181"/>
                  </a:cubicBezTo>
                  <a:cubicBezTo>
                    <a:pt x="0" y="1570"/>
                    <a:pt x="316" y="1886"/>
                    <a:pt x="704" y="1886"/>
                  </a:cubicBezTo>
                  <a:lnTo>
                    <a:pt x="863" y="1886"/>
                  </a:lnTo>
                  <a:cubicBezTo>
                    <a:pt x="1088" y="1886"/>
                    <a:pt x="1270" y="2069"/>
                    <a:pt x="1270" y="2293"/>
                  </a:cubicBezTo>
                  <a:cubicBezTo>
                    <a:pt x="1270" y="2517"/>
                    <a:pt x="1088" y="2700"/>
                    <a:pt x="863" y="2700"/>
                  </a:cubicBezTo>
                  <a:lnTo>
                    <a:pt x="625" y="2700"/>
                  </a:lnTo>
                  <a:cubicBezTo>
                    <a:pt x="444" y="2700"/>
                    <a:pt x="297" y="2553"/>
                    <a:pt x="297" y="2372"/>
                  </a:cubicBezTo>
                  <a:cubicBezTo>
                    <a:pt x="297" y="2290"/>
                    <a:pt x="231" y="2223"/>
                    <a:pt x="149" y="2223"/>
                  </a:cubicBezTo>
                  <a:cubicBezTo>
                    <a:pt x="66" y="2223"/>
                    <a:pt x="0" y="2290"/>
                    <a:pt x="0" y="2372"/>
                  </a:cubicBezTo>
                  <a:cubicBezTo>
                    <a:pt x="0" y="2717"/>
                    <a:pt x="280" y="2998"/>
                    <a:pt x="625" y="2998"/>
                  </a:cubicBezTo>
                  <a:lnTo>
                    <a:pt x="635" y="2998"/>
                  </a:lnTo>
                  <a:lnTo>
                    <a:pt x="635" y="3325"/>
                  </a:lnTo>
                  <a:cubicBezTo>
                    <a:pt x="635" y="3407"/>
                    <a:pt x="702" y="3474"/>
                    <a:pt x="784" y="3474"/>
                  </a:cubicBezTo>
                  <a:cubicBezTo>
                    <a:pt x="866" y="3474"/>
                    <a:pt x="933" y="3407"/>
                    <a:pt x="933" y="3325"/>
                  </a:cubicBezTo>
                  <a:lnTo>
                    <a:pt x="933" y="2994"/>
                  </a:lnTo>
                  <a:cubicBezTo>
                    <a:pt x="1289" y="2959"/>
                    <a:pt x="1568" y="2658"/>
                    <a:pt x="1568" y="2293"/>
                  </a:cubicBezTo>
                  <a:cubicBezTo>
                    <a:pt x="1568" y="1904"/>
                    <a:pt x="1252" y="1588"/>
                    <a:pt x="863" y="1588"/>
                  </a:cubicBezTo>
                  <a:lnTo>
                    <a:pt x="704" y="1588"/>
                  </a:lnTo>
                  <a:cubicBezTo>
                    <a:pt x="480" y="1588"/>
                    <a:pt x="298" y="1406"/>
                    <a:pt x="298" y="1181"/>
                  </a:cubicBezTo>
                  <a:cubicBezTo>
                    <a:pt x="298" y="957"/>
                    <a:pt x="480" y="774"/>
                    <a:pt x="704" y="774"/>
                  </a:cubicBezTo>
                  <a:lnTo>
                    <a:pt x="943" y="774"/>
                  </a:lnTo>
                  <a:cubicBezTo>
                    <a:pt x="1123" y="774"/>
                    <a:pt x="1270" y="921"/>
                    <a:pt x="1270" y="1102"/>
                  </a:cubicBezTo>
                  <a:lnTo>
                    <a:pt x="1270" y="1261"/>
                  </a:lnTo>
                  <a:cubicBezTo>
                    <a:pt x="1270" y="1343"/>
                    <a:pt x="1337" y="1410"/>
                    <a:pt x="1419" y="1410"/>
                  </a:cubicBezTo>
                  <a:close/>
                  <a:moveTo>
                    <a:pt x="1419" y="1410"/>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p28"/>
            <p:cNvSpPr/>
            <p:nvPr/>
          </p:nvSpPr>
          <p:spPr>
            <a:xfrm>
              <a:off x="1622425" y="1658938"/>
              <a:ext cx="393701" cy="395298"/>
            </a:xfrm>
            <a:custGeom>
              <a:rect b="b" l="l" r="r" t="t"/>
              <a:pathLst>
                <a:path extrusionOk="0" h="10143" w="10143">
                  <a:moveTo>
                    <a:pt x="9995" y="4922"/>
                  </a:moveTo>
                  <a:lnTo>
                    <a:pt x="9347" y="4922"/>
                  </a:lnTo>
                  <a:cubicBezTo>
                    <a:pt x="9310" y="3835"/>
                    <a:pt x="8869" y="2819"/>
                    <a:pt x="8096" y="2046"/>
                  </a:cubicBezTo>
                  <a:cubicBezTo>
                    <a:pt x="7324" y="1274"/>
                    <a:pt x="6307" y="833"/>
                    <a:pt x="5221" y="796"/>
                  </a:cubicBezTo>
                  <a:lnTo>
                    <a:pt x="5221" y="148"/>
                  </a:lnTo>
                  <a:cubicBezTo>
                    <a:pt x="5221" y="66"/>
                    <a:pt x="5154" y="0"/>
                    <a:pt x="5072" y="0"/>
                  </a:cubicBezTo>
                  <a:cubicBezTo>
                    <a:pt x="4990" y="0"/>
                    <a:pt x="4923" y="66"/>
                    <a:pt x="4923" y="148"/>
                  </a:cubicBezTo>
                  <a:lnTo>
                    <a:pt x="4923" y="796"/>
                  </a:lnTo>
                  <a:cubicBezTo>
                    <a:pt x="3836" y="833"/>
                    <a:pt x="2820" y="1274"/>
                    <a:pt x="2047" y="2046"/>
                  </a:cubicBezTo>
                  <a:cubicBezTo>
                    <a:pt x="1274" y="2819"/>
                    <a:pt x="834" y="3835"/>
                    <a:pt x="797" y="4922"/>
                  </a:cubicBezTo>
                  <a:lnTo>
                    <a:pt x="149" y="4922"/>
                  </a:lnTo>
                  <a:cubicBezTo>
                    <a:pt x="67" y="4922"/>
                    <a:pt x="0" y="4989"/>
                    <a:pt x="0" y="5071"/>
                  </a:cubicBezTo>
                  <a:cubicBezTo>
                    <a:pt x="0" y="5153"/>
                    <a:pt x="67" y="5220"/>
                    <a:pt x="149" y="5220"/>
                  </a:cubicBezTo>
                  <a:lnTo>
                    <a:pt x="797" y="5220"/>
                  </a:lnTo>
                  <a:cubicBezTo>
                    <a:pt x="834" y="6307"/>
                    <a:pt x="1274" y="7323"/>
                    <a:pt x="2047" y="8096"/>
                  </a:cubicBezTo>
                  <a:cubicBezTo>
                    <a:pt x="2820" y="8869"/>
                    <a:pt x="3836" y="9309"/>
                    <a:pt x="4923" y="9346"/>
                  </a:cubicBezTo>
                  <a:lnTo>
                    <a:pt x="4923" y="9994"/>
                  </a:lnTo>
                  <a:cubicBezTo>
                    <a:pt x="4923" y="10076"/>
                    <a:pt x="4990" y="10143"/>
                    <a:pt x="5072" y="10143"/>
                  </a:cubicBezTo>
                  <a:cubicBezTo>
                    <a:pt x="5154" y="10143"/>
                    <a:pt x="5221" y="10076"/>
                    <a:pt x="5221" y="9994"/>
                  </a:cubicBezTo>
                  <a:lnTo>
                    <a:pt x="5221" y="9346"/>
                  </a:lnTo>
                  <a:cubicBezTo>
                    <a:pt x="6307" y="9309"/>
                    <a:pt x="7324" y="8869"/>
                    <a:pt x="8097" y="8096"/>
                  </a:cubicBezTo>
                  <a:cubicBezTo>
                    <a:pt x="8869" y="7323"/>
                    <a:pt x="9310" y="6307"/>
                    <a:pt x="9347" y="5220"/>
                  </a:cubicBezTo>
                  <a:lnTo>
                    <a:pt x="9995" y="5220"/>
                  </a:lnTo>
                  <a:cubicBezTo>
                    <a:pt x="10077" y="5220"/>
                    <a:pt x="10143" y="5153"/>
                    <a:pt x="10143" y="5071"/>
                  </a:cubicBezTo>
                  <a:cubicBezTo>
                    <a:pt x="10143" y="4989"/>
                    <a:pt x="10077" y="4922"/>
                    <a:pt x="9995" y="4922"/>
                  </a:cubicBezTo>
                  <a:close/>
                  <a:moveTo>
                    <a:pt x="8883" y="5220"/>
                  </a:moveTo>
                  <a:lnTo>
                    <a:pt x="9049" y="5220"/>
                  </a:lnTo>
                  <a:cubicBezTo>
                    <a:pt x="8972" y="7296"/>
                    <a:pt x="7297" y="8971"/>
                    <a:pt x="5221" y="9048"/>
                  </a:cubicBezTo>
                  <a:lnTo>
                    <a:pt x="5221" y="8882"/>
                  </a:lnTo>
                  <a:cubicBezTo>
                    <a:pt x="5221" y="8800"/>
                    <a:pt x="5154" y="8733"/>
                    <a:pt x="5072" y="8733"/>
                  </a:cubicBezTo>
                  <a:cubicBezTo>
                    <a:pt x="4990" y="8733"/>
                    <a:pt x="4923" y="8800"/>
                    <a:pt x="4923" y="8882"/>
                  </a:cubicBezTo>
                  <a:lnTo>
                    <a:pt x="4923" y="9048"/>
                  </a:lnTo>
                  <a:cubicBezTo>
                    <a:pt x="2847" y="8971"/>
                    <a:pt x="1172" y="7296"/>
                    <a:pt x="1095" y="5220"/>
                  </a:cubicBezTo>
                  <a:lnTo>
                    <a:pt x="1261" y="5220"/>
                  </a:lnTo>
                  <a:cubicBezTo>
                    <a:pt x="1343" y="5220"/>
                    <a:pt x="1410" y="5153"/>
                    <a:pt x="1410" y="5071"/>
                  </a:cubicBezTo>
                  <a:cubicBezTo>
                    <a:pt x="1410" y="4989"/>
                    <a:pt x="1343" y="4922"/>
                    <a:pt x="1261" y="4922"/>
                  </a:cubicBezTo>
                  <a:lnTo>
                    <a:pt x="1095" y="4922"/>
                  </a:lnTo>
                  <a:cubicBezTo>
                    <a:pt x="1172" y="2846"/>
                    <a:pt x="2847" y="1171"/>
                    <a:pt x="4923" y="1094"/>
                  </a:cubicBezTo>
                  <a:lnTo>
                    <a:pt x="4923" y="1260"/>
                  </a:lnTo>
                  <a:cubicBezTo>
                    <a:pt x="4923" y="1342"/>
                    <a:pt x="4990" y="1409"/>
                    <a:pt x="5072" y="1409"/>
                  </a:cubicBezTo>
                  <a:cubicBezTo>
                    <a:pt x="5154" y="1409"/>
                    <a:pt x="5221" y="1342"/>
                    <a:pt x="5221" y="1260"/>
                  </a:cubicBezTo>
                  <a:lnTo>
                    <a:pt x="5221" y="1094"/>
                  </a:lnTo>
                  <a:cubicBezTo>
                    <a:pt x="7297" y="1171"/>
                    <a:pt x="8972" y="2846"/>
                    <a:pt x="9049" y="4922"/>
                  </a:cubicBezTo>
                  <a:lnTo>
                    <a:pt x="8883" y="4922"/>
                  </a:lnTo>
                  <a:cubicBezTo>
                    <a:pt x="8801" y="4922"/>
                    <a:pt x="8734" y="4989"/>
                    <a:pt x="8734" y="5071"/>
                  </a:cubicBezTo>
                  <a:cubicBezTo>
                    <a:pt x="8734" y="5153"/>
                    <a:pt x="8801" y="5220"/>
                    <a:pt x="8883" y="5220"/>
                  </a:cubicBezTo>
                  <a:close/>
                  <a:moveTo>
                    <a:pt x="8883" y="5220"/>
                  </a:move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6" name="Google Shape;2206;p28"/>
          <p:cNvSpPr/>
          <p:nvPr/>
        </p:nvSpPr>
        <p:spPr>
          <a:xfrm>
            <a:off x="7326497" y="-644372"/>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p28"/>
          <p:cNvSpPr/>
          <p:nvPr/>
        </p:nvSpPr>
        <p:spPr>
          <a:xfrm>
            <a:off x="8196129" y="206546"/>
            <a:ext cx="634500" cy="634500"/>
          </a:xfrm>
          <a:prstGeom prst="round1Rect">
            <a:avLst>
              <a:gd fmla="val 31721"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08" name="Google Shape;2208;p28"/>
          <p:cNvSpPr txBox="1"/>
          <p:nvPr/>
        </p:nvSpPr>
        <p:spPr>
          <a:xfrm>
            <a:off x="7549625" y="3952950"/>
            <a:ext cx="1365900" cy="3693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Arimo"/>
                <a:ea typeface="Arimo"/>
                <a:cs typeface="Arimo"/>
                <a:sym typeface="Arimo"/>
              </a:rPr>
              <a:t>Handle Outliers</a:t>
            </a:r>
            <a:endParaRPr b="1" sz="1200">
              <a:solidFill>
                <a:schemeClr val="dk1"/>
              </a:solidFill>
              <a:latin typeface="Arimo"/>
              <a:ea typeface="Arimo"/>
              <a:cs typeface="Arimo"/>
              <a:sym typeface="Arimo"/>
            </a:endParaRPr>
          </a:p>
        </p:txBody>
      </p:sp>
      <p:sp>
        <p:nvSpPr>
          <p:cNvPr id="2209" name="Google Shape;2209;p28"/>
          <p:cNvSpPr txBox="1"/>
          <p:nvPr/>
        </p:nvSpPr>
        <p:spPr>
          <a:xfrm>
            <a:off x="861875" y="3952950"/>
            <a:ext cx="1622400" cy="3693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Arimo"/>
                <a:ea typeface="Arimo"/>
                <a:cs typeface="Arimo"/>
                <a:sym typeface="Arimo"/>
              </a:rPr>
              <a:t>Remove Duplicates</a:t>
            </a:r>
            <a:endParaRPr b="1" sz="1200">
              <a:solidFill>
                <a:schemeClr val="dk1"/>
              </a:solidFill>
              <a:latin typeface="Arimo"/>
              <a:ea typeface="Arimo"/>
              <a:cs typeface="Arimo"/>
              <a:sym typeface="Arimo"/>
            </a:endParaRPr>
          </a:p>
        </p:txBody>
      </p:sp>
      <p:sp>
        <p:nvSpPr>
          <p:cNvPr id="2210" name="Google Shape;2210;p28"/>
          <p:cNvSpPr txBox="1"/>
          <p:nvPr/>
        </p:nvSpPr>
        <p:spPr>
          <a:xfrm>
            <a:off x="3067925" y="3952950"/>
            <a:ext cx="1746300" cy="3693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Arimo"/>
                <a:ea typeface="Arimo"/>
                <a:cs typeface="Arimo"/>
                <a:sym typeface="Arimo"/>
              </a:rPr>
              <a:t>Handle Blanks/Nulls</a:t>
            </a:r>
            <a:endParaRPr b="1" sz="1200">
              <a:solidFill>
                <a:schemeClr val="dk1"/>
              </a:solidFill>
              <a:latin typeface="Arimo"/>
              <a:ea typeface="Arimo"/>
              <a:cs typeface="Arimo"/>
              <a:sym typeface="Arimo"/>
            </a:endParaRPr>
          </a:p>
        </p:txBody>
      </p:sp>
      <p:sp>
        <p:nvSpPr>
          <p:cNvPr id="2211" name="Google Shape;2211;p28"/>
          <p:cNvSpPr/>
          <p:nvPr/>
        </p:nvSpPr>
        <p:spPr>
          <a:xfrm>
            <a:off x="2599550" y="4040400"/>
            <a:ext cx="393600" cy="194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2212" name="Google Shape;2212;p28"/>
          <p:cNvSpPr txBox="1"/>
          <p:nvPr/>
        </p:nvSpPr>
        <p:spPr>
          <a:xfrm>
            <a:off x="5397875" y="3873450"/>
            <a:ext cx="1568100" cy="5283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Arimo"/>
                <a:ea typeface="Arimo"/>
                <a:cs typeface="Arimo"/>
                <a:sym typeface="Arimo"/>
              </a:rPr>
              <a:t>Format + Standardize data</a:t>
            </a:r>
            <a:endParaRPr b="1" sz="1200">
              <a:solidFill>
                <a:schemeClr val="dk1"/>
              </a:solidFill>
              <a:latin typeface="Arimo"/>
              <a:ea typeface="Arimo"/>
              <a:cs typeface="Arimo"/>
              <a:sym typeface="Arimo"/>
            </a:endParaRPr>
          </a:p>
          <a:p>
            <a:pPr indent="0" lvl="0" marL="0" rtl="0" algn="l">
              <a:spcBef>
                <a:spcPts val="0"/>
              </a:spcBef>
              <a:spcAft>
                <a:spcPts val="0"/>
              </a:spcAft>
              <a:buNone/>
            </a:pPr>
            <a:r>
              <a:t/>
            </a:r>
            <a:endParaRPr b="1" sz="1200">
              <a:solidFill>
                <a:schemeClr val="dk1"/>
              </a:solidFill>
              <a:latin typeface="Arimo"/>
              <a:ea typeface="Arimo"/>
              <a:cs typeface="Arimo"/>
              <a:sym typeface="Arimo"/>
            </a:endParaRPr>
          </a:p>
        </p:txBody>
      </p:sp>
      <p:sp>
        <p:nvSpPr>
          <p:cNvPr id="2213" name="Google Shape;2213;p28"/>
          <p:cNvSpPr/>
          <p:nvPr/>
        </p:nvSpPr>
        <p:spPr>
          <a:xfrm>
            <a:off x="4909238" y="4040400"/>
            <a:ext cx="393600" cy="194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2214" name="Google Shape;2214;p28"/>
          <p:cNvSpPr/>
          <p:nvPr/>
        </p:nvSpPr>
        <p:spPr>
          <a:xfrm>
            <a:off x="7061000" y="4040400"/>
            <a:ext cx="393600" cy="194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8" name="Shape 2218"/>
        <p:cNvGrpSpPr/>
        <p:nvPr/>
      </p:nvGrpSpPr>
      <p:grpSpPr>
        <a:xfrm>
          <a:off x="0" y="0"/>
          <a:ext cx="0" cy="0"/>
          <a:chOff x="0" y="0"/>
          <a:chExt cx="0" cy="0"/>
        </a:xfrm>
      </p:grpSpPr>
      <p:sp>
        <p:nvSpPr>
          <p:cNvPr id="2219" name="Google Shape;2219;p29"/>
          <p:cNvSpPr txBox="1"/>
          <p:nvPr>
            <p:ph type="title"/>
          </p:nvPr>
        </p:nvSpPr>
        <p:spPr>
          <a:xfrm>
            <a:off x="723900" y="552449"/>
            <a:ext cx="7696200" cy="639300"/>
          </a:xfrm>
          <a:prstGeom prst="rect">
            <a:avLst/>
          </a:prstGeom>
          <a:noFill/>
          <a:ln>
            <a:noFill/>
          </a:ln>
        </p:spPr>
        <p:txBody>
          <a:bodyPr anchorCtr="0" anchor="ctr" bIns="45700" lIns="91425" spcFirstLastPara="1" rIns="91425" wrap="square" tIns="45700">
            <a:noAutofit/>
          </a:bodyPr>
          <a:lstStyle/>
          <a:p>
            <a:pPr indent="0" lvl="0" marL="0" rtl="0" algn="l">
              <a:lnSpc>
                <a:spcPct val="155556"/>
              </a:lnSpc>
              <a:spcBef>
                <a:spcPts val="1200"/>
              </a:spcBef>
              <a:spcAft>
                <a:spcPts val="300"/>
              </a:spcAft>
              <a:buNone/>
            </a:pPr>
            <a:r>
              <a:rPr b="1" lang="en" sz="3100">
                <a:latin typeface="Poppins"/>
                <a:ea typeface="Poppins"/>
                <a:cs typeface="Poppins"/>
                <a:sym typeface="Poppins"/>
              </a:rPr>
              <a:t> </a:t>
            </a:r>
            <a:endParaRPr b="1" sz="3000">
              <a:latin typeface="Poppins"/>
              <a:ea typeface="Poppins"/>
              <a:cs typeface="Poppins"/>
              <a:sym typeface="Poppins"/>
            </a:endParaRPr>
          </a:p>
        </p:txBody>
      </p:sp>
      <p:sp>
        <p:nvSpPr>
          <p:cNvPr id="2220" name="Google Shape;2220;p29"/>
          <p:cNvSpPr txBox="1"/>
          <p:nvPr/>
        </p:nvSpPr>
        <p:spPr>
          <a:xfrm>
            <a:off x="5416375" y="1370150"/>
            <a:ext cx="3414900" cy="32262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600"/>
              </a:spcBef>
              <a:spcAft>
                <a:spcPts val="0"/>
              </a:spcAft>
              <a:buClr>
                <a:schemeClr val="dk2"/>
              </a:buClr>
              <a:buSzPts val="1500"/>
              <a:buFont typeface="Arimo"/>
              <a:buChar char="➔"/>
            </a:pPr>
            <a:r>
              <a:rPr lang="en" sz="1500">
                <a:solidFill>
                  <a:srgbClr val="0D0D0D"/>
                </a:solidFill>
                <a:latin typeface="Arimo"/>
                <a:ea typeface="Arimo"/>
                <a:cs typeface="Arimo"/>
                <a:sym typeface="Arimo"/>
              </a:rPr>
              <a:t>IBk (k‑Nearest Neighbor): 59%</a:t>
            </a:r>
            <a:endParaRPr sz="1500">
              <a:solidFill>
                <a:srgbClr val="0D0D0D"/>
              </a:solidFill>
              <a:latin typeface="Arimo"/>
              <a:ea typeface="Arimo"/>
              <a:cs typeface="Arimo"/>
              <a:sym typeface="Arimo"/>
            </a:endParaRPr>
          </a:p>
          <a:p>
            <a:pPr indent="-323850" lvl="0" marL="457200" rtl="0" algn="l">
              <a:lnSpc>
                <a:spcPct val="150000"/>
              </a:lnSpc>
              <a:spcBef>
                <a:spcPts val="0"/>
              </a:spcBef>
              <a:spcAft>
                <a:spcPts val="0"/>
              </a:spcAft>
              <a:buClr>
                <a:schemeClr val="dk2"/>
              </a:buClr>
              <a:buSzPts val="1500"/>
              <a:buFont typeface="Arimo"/>
              <a:buChar char="➔"/>
            </a:pPr>
            <a:r>
              <a:rPr lang="en" sz="1500">
                <a:solidFill>
                  <a:srgbClr val="0D0D0D"/>
                </a:solidFill>
                <a:latin typeface="Arimo"/>
                <a:ea typeface="Arimo"/>
                <a:cs typeface="Arimo"/>
                <a:sym typeface="Arimo"/>
              </a:rPr>
              <a:t>Naive Bayes: 55%</a:t>
            </a:r>
            <a:endParaRPr sz="1500">
              <a:solidFill>
                <a:srgbClr val="0D0D0D"/>
              </a:solidFill>
              <a:latin typeface="Arimo"/>
              <a:ea typeface="Arimo"/>
              <a:cs typeface="Arimo"/>
              <a:sym typeface="Arimo"/>
            </a:endParaRPr>
          </a:p>
          <a:p>
            <a:pPr indent="-323850" lvl="0" marL="457200" rtl="0" algn="l">
              <a:lnSpc>
                <a:spcPct val="150000"/>
              </a:lnSpc>
              <a:spcBef>
                <a:spcPts val="0"/>
              </a:spcBef>
              <a:spcAft>
                <a:spcPts val="0"/>
              </a:spcAft>
              <a:buClr>
                <a:schemeClr val="dk2"/>
              </a:buClr>
              <a:buSzPts val="1500"/>
              <a:buFont typeface="Arimo"/>
              <a:buChar char="➔"/>
            </a:pPr>
            <a:r>
              <a:rPr lang="en" sz="1500">
                <a:solidFill>
                  <a:srgbClr val="0D0D0D"/>
                </a:solidFill>
                <a:latin typeface="Arimo"/>
                <a:ea typeface="Arimo"/>
                <a:cs typeface="Arimo"/>
                <a:sym typeface="Arimo"/>
              </a:rPr>
              <a:t>Decision Tree (J48) : 52% </a:t>
            </a:r>
            <a:endParaRPr sz="1500">
              <a:solidFill>
                <a:srgbClr val="0D0D0D"/>
              </a:solidFill>
              <a:latin typeface="Arimo"/>
              <a:ea typeface="Arimo"/>
              <a:cs typeface="Arimo"/>
              <a:sym typeface="Arimo"/>
            </a:endParaRPr>
          </a:p>
          <a:p>
            <a:pPr indent="-323850" lvl="0" marL="457200" rtl="0" algn="l">
              <a:lnSpc>
                <a:spcPct val="150000"/>
              </a:lnSpc>
              <a:spcBef>
                <a:spcPts val="0"/>
              </a:spcBef>
              <a:spcAft>
                <a:spcPts val="0"/>
              </a:spcAft>
              <a:buClr>
                <a:schemeClr val="dk2"/>
              </a:buClr>
              <a:buSzPts val="1500"/>
              <a:buFont typeface="Arimo"/>
              <a:buChar char="➔"/>
            </a:pPr>
            <a:r>
              <a:rPr lang="en" sz="1500">
                <a:solidFill>
                  <a:srgbClr val="0D0D0D"/>
                </a:solidFill>
                <a:latin typeface="Arimo"/>
                <a:ea typeface="Arimo"/>
                <a:cs typeface="Arimo"/>
                <a:sym typeface="Arimo"/>
              </a:rPr>
              <a:t>Higher Flight Volume = Higher profit</a:t>
            </a:r>
            <a:endParaRPr sz="1500">
              <a:solidFill>
                <a:srgbClr val="0D0D0D"/>
              </a:solidFill>
              <a:latin typeface="Arimo"/>
              <a:ea typeface="Arimo"/>
              <a:cs typeface="Arimo"/>
              <a:sym typeface="Arimo"/>
            </a:endParaRPr>
          </a:p>
          <a:p>
            <a:pPr indent="-323850" lvl="0" marL="457200" rtl="0" algn="l">
              <a:lnSpc>
                <a:spcPct val="150000"/>
              </a:lnSpc>
              <a:spcBef>
                <a:spcPts val="0"/>
              </a:spcBef>
              <a:spcAft>
                <a:spcPts val="0"/>
              </a:spcAft>
              <a:buClr>
                <a:schemeClr val="dk2"/>
              </a:buClr>
              <a:buSzPts val="1500"/>
              <a:buFont typeface="Arimo"/>
              <a:buChar char="➔"/>
            </a:pPr>
            <a:r>
              <a:rPr lang="en" sz="1500">
                <a:solidFill>
                  <a:srgbClr val="0D0D0D"/>
                </a:solidFill>
                <a:latin typeface="Arimo"/>
                <a:ea typeface="Arimo"/>
                <a:cs typeface="Arimo"/>
                <a:sym typeface="Arimo"/>
              </a:rPr>
              <a:t>Helps adjust marketing, staffing, and budgeting strategies.</a:t>
            </a:r>
            <a:endParaRPr sz="1500">
              <a:solidFill>
                <a:srgbClr val="0D0D0D"/>
              </a:solidFill>
              <a:latin typeface="Arimo"/>
              <a:ea typeface="Arimo"/>
              <a:cs typeface="Arimo"/>
              <a:sym typeface="Arimo"/>
            </a:endParaRPr>
          </a:p>
          <a:p>
            <a:pPr indent="0" lvl="0" marL="457200" rtl="0" algn="l">
              <a:lnSpc>
                <a:spcPct val="115000"/>
              </a:lnSpc>
              <a:spcBef>
                <a:spcPts val="600"/>
              </a:spcBef>
              <a:spcAft>
                <a:spcPts val="0"/>
              </a:spcAft>
              <a:buNone/>
            </a:pPr>
            <a:r>
              <a:t/>
            </a:r>
            <a:endParaRPr>
              <a:solidFill>
                <a:srgbClr val="0D0D0D"/>
              </a:solidFill>
              <a:latin typeface="Arimo"/>
              <a:ea typeface="Arimo"/>
              <a:cs typeface="Arimo"/>
              <a:sym typeface="Arimo"/>
            </a:endParaRPr>
          </a:p>
          <a:p>
            <a:pPr indent="0" lvl="0" marL="0" rtl="0" algn="l">
              <a:spcBef>
                <a:spcPts val="600"/>
              </a:spcBef>
              <a:spcAft>
                <a:spcPts val="0"/>
              </a:spcAft>
              <a:buNone/>
            </a:pPr>
            <a:r>
              <a:t/>
            </a:r>
            <a:endParaRPr>
              <a:solidFill>
                <a:srgbClr val="0D0D0D"/>
              </a:solidFill>
            </a:endParaRPr>
          </a:p>
        </p:txBody>
      </p:sp>
      <p:sp>
        <p:nvSpPr>
          <p:cNvPr id="2221" name="Google Shape;2221;p29"/>
          <p:cNvSpPr txBox="1"/>
          <p:nvPr/>
        </p:nvSpPr>
        <p:spPr>
          <a:xfrm>
            <a:off x="622800" y="412450"/>
            <a:ext cx="78984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300"/>
              </a:spcAft>
              <a:buNone/>
            </a:pPr>
            <a:r>
              <a:rPr b="1" lang="en" sz="2600">
                <a:solidFill>
                  <a:schemeClr val="dk1"/>
                </a:solidFill>
                <a:latin typeface="Poppins"/>
                <a:ea typeface="Poppins"/>
                <a:cs typeface="Poppins"/>
                <a:sym typeface="Poppins"/>
              </a:rPr>
              <a:t>Classification Models:  Accuracy of Air Traffic</a:t>
            </a:r>
            <a:endParaRPr sz="2600">
              <a:latin typeface="Poppins"/>
              <a:ea typeface="Poppins"/>
              <a:cs typeface="Poppins"/>
              <a:sym typeface="Poppins"/>
            </a:endParaRPr>
          </a:p>
        </p:txBody>
      </p:sp>
      <p:pic>
        <p:nvPicPr>
          <p:cNvPr id="2222" name="Google Shape;2222;p29"/>
          <p:cNvPicPr preferRelativeResize="0"/>
          <p:nvPr/>
        </p:nvPicPr>
        <p:blipFill>
          <a:blip r:embed="rId3">
            <a:alphaModFix/>
          </a:blip>
          <a:stretch>
            <a:fillRect/>
          </a:stretch>
        </p:blipFill>
        <p:spPr>
          <a:xfrm>
            <a:off x="7964450" y="3989925"/>
            <a:ext cx="1043150" cy="1043150"/>
          </a:xfrm>
          <a:prstGeom prst="rect">
            <a:avLst/>
          </a:prstGeom>
          <a:noFill/>
          <a:ln>
            <a:noFill/>
          </a:ln>
        </p:spPr>
      </p:pic>
      <p:pic>
        <p:nvPicPr>
          <p:cNvPr id="2223" name="Google Shape;2223;p29"/>
          <p:cNvPicPr preferRelativeResize="0"/>
          <p:nvPr/>
        </p:nvPicPr>
        <p:blipFill>
          <a:blip r:embed="rId4">
            <a:alphaModFix/>
          </a:blip>
          <a:stretch>
            <a:fillRect/>
          </a:stretch>
        </p:blipFill>
        <p:spPr>
          <a:xfrm>
            <a:off x="422850" y="1287825"/>
            <a:ext cx="4700100" cy="2827800"/>
          </a:xfrm>
          <a:prstGeom prst="roundRect">
            <a:avLst>
              <a:gd fmla="val 16667"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30"/>
          <p:cNvSpPr txBox="1"/>
          <p:nvPr>
            <p:ph type="title"/>
          </p:nvPr>
        </p:nvSpPr>
        <p:spPr>
          <a:xfrm>
            <a:off x="490950" y="325975"/>
            <a:ext cx="8162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50"/>
              <a:t>Seasonal Patterns in Domestic Tourism</a:t>
            </a:r>
            <a:endParaRPr sz="3050"/>
          </a:p>
          <a:p>
            <a:pPr indent="0" lvl="0" marL="0" rtl="0" algn="l">
              <a:spcBef>
                <a:spcPts val="0"/>
              </a:spcBef>
              <a:spcAft>
                <a:spcPts val="0"/>
              </a:spcAft>
              <a:buSzPts val="990"/>
              <a:buNone/>
            </a:pPr>
            <a:r>
              <a:t/>
            </a:r>
            <a:endParaRPr sz="3060"/>
          </a:p>
        </p:txBody>
      </p:sp>
      <p:sp>
        <p:nvSpPr>
          <p:cNvPr id="2229" name="Google Shape;2229;p30"/>
          <p:cNvSpPr txBox="1"/>
          <p:nvPr/>
        </p:nvSpPr>
        <p:spPr>
          <a:xfrm>
            <a:off x="2934553" y="1340850"/>
            <a:ext cx="2557800" cy="31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Arimo"/>
                <a:ea typeface="Arimo"/>
                <a:cs typeface="Arimo"/>
                <a:sym typeface="Arimo"/>
              </a:rPr>
              <a:t>Using our cleaned </a:t>
            </a:r>
            <a:r>
              <a:rPr lang="en" sz="1300">
                <a:solidFill>
                  <a:schemeClr val="dk1"/>
                </a:solidFill>
                <a:latin typeface="Arimo"/>
                <a:ea typeface="Arimo"/>
                <a:cs typeface="Arimo"/>
                <a:sym typeface="Arimo"/>
              </a:rPr>
              <a:t>quantitative</a:t>
            </a:r>
            <a:r>
              <a:rPr lang="en" sz="1300">
                <a:solidFill>
                  <a:schemeClr val="dk1"/>
                </a:solidFill>
                <a:latin typeface="Arimo"/>
                <a:ea typeface="Arimo"/>
                <a:cs typeface="Arimo"/>
                <a:sym typeface="Arimo"/>
              </a:rPr>
              <a:t> dataset, we can gain insights into </a:t>
            </a:r>
            <a:r>
              <a:rPr b="1" lang="en" sz="1300">
                <a:solidFill>
                  <a:schemeClr val="dk1"/>
                </a:solidFill>
                <a:latin typeface="Arimo"/>
                <a:ea typeface="Arimo"/>
                <a:cs typeface="Arimo"/>
                <a:sym typeface="Arimo"/>
              </a:rPr>
              <a:t>when</a:t>
            </a:r>
            <a:r>
              <a:rPr lang="en" sz="1300">
                <a:solidFill>
                  <a:schemeClr val="dk1"/>
                </a:solidFill>
                <a:latin typeface="Arimo"/>
                <a:ea typeface="Arimo"/>
                <a:cs typeface="Arimo"/>
                <a:sym typeface="Arimo"/>
              </a:rPr>
              <a:t> domestic tourism:</a:t>
            </a:r>
            <a:endParaRPr sz="1300">
              <a:solidFill>
                <a:schemeClr val="dk1"/>
              </a:solidFill>
              <a:latin typeface="Arimo"/>
              <a:ea typeface="Arimo"/>
              <a:cs typeface="Arimo"/>
              <a:sym typeface="Arimo"/>
            </a:endParaRPr>
          </a:p>
          <a:p>
            <a:pPr indent="0" lvl="0" marL="0" rtl="0" algn="l">
              <a:spcBef>
                <a:spcPts val="0"/>
              </a:spcBef>
              <a:spcAft>
                <a:spcPts val="0"/>
              </a:spcAft>
              <a:buNone/>
            </a:pPr>
            <a:r>
              <a:t/>
            </a:r>
            <a:endParaRPr sz="1300">
              <a:solidFill>
                <a:schemeClr val="dk1"/>
              </a:solidFill>
              <a:latin typeface="Arimo"/>
              <a:ea typeface="Arimo"/>
              <a:cs typeface="Arimo"/>
              <a:sym typeface="Arimo"/>
            </a:endParaRPr>
          </a:p>
          <a:p>
            <a:pPr indent="-311150" lvl="0" marL="457200" rtl="0" algn="l">
              <a:lnSpc>
                <a:spcPct val="100000"/>
              </a:lnSpc>
              <a:spcBef>
                <a:spcPts val="0"/>
              </a:spcBef>
              <a:spcAft>
                <a:spcPts val="0"/>
              </a:spcAft>
              <a:buClr>
                <a:schemeClr val="dk1"/>
              </a:buClr>
              <a:buSzPts val="1300"/>
              <a:buFont typeface="Arimo"/>
              <a:buChar char="➔"/>
            </a:pPr>
            <a:r>
              <a:rPr lang="en" sz="1300">
                <a:solidFill>
                  <a:schemeClr val="dk1"/>
                </a:solidFill>
                <a:latin typeface="Arimo"/>
                <a:ea typeface="Arimo"/>
                <a:cs typeface="Arimo"/>
                <a:sym typeface="Arimo"/>
              </a:rPr>
              <a:t>Experiences consistently strong traveling activity</a:t>
            </a:r>
            <a:endParaRPr sz="1300">
              <a:solidFill>
                <a:schemeClr val="dk1"/>
              </a:solidFill>
              <a:latin typeface="Arimo"/>
              <a:ea typeface="Arimo"/>
              <a:cs typeface="Arimo"/>
              <a:sym typeface="Arimo"/>
            </a:endParaRPr>
          </a:p>
          <a:p>
            <a:pPr indent="-311150" lvl="0" marL="457200" rtl="0" algn="l">
              <a:lnSpc>
                <a:spcPct val="100000"/>
              </a:lnSpc>
              <a:spcBef>
                <a:spcPts val="1000"/>
              </a:spcBef>
              <a:spcAft>
                <a:spcPts val="0"/>
              </a:spcAft>
              <a:buClr>
                <a:schemeClr val="dk1"/>
              </a:buClr>
              <a:buSzPts val="1300"/>
              <a:buFont typeface="Arimo"/>
              <a:buChar char="➔"/>
            </a:pPr>
            <a:r>
              <a:rPr lang="en" sz="1300">
                <a:solidFill>
                  <a:schemeClr val="dk1"/>
                </a:solidFill>
                <a:latin typeface="Arimo"/>
                <a:ea typeface="Arimo"/>
                <a:cs typeface="Arimo"/>
                <a:sym typeface="Arimo"/>
              </a:rPr>
              <a:t>Shows emerging months/seasons with potential for growth, promotion, and/or investments</a:t>
            </a:r>
            <a:endParaRPr sz="1300">
              <a:solidFill>
                <a:schemeClr val="dk1"/>
              </a:solidFill>
              <a:latin typeface="Arimo"/>
              <a:ea typeface="Arimo"/>
              <a:cs typeface="Arimo"/>
              <a:sym typeface="Arimo"/>
            </a:endParaRPr>
          </a:p>
          <a:p>
            <a:pPr indent="-311150" lvl="0" marL="457200" rtl="0" algn="l">
              <a:spcBef>
                <a:spcPts val="1000"/>
              </a:spcBef>
              <a:spcAft>
                <a:spcPts val="0"/>
              </a:spcAft>
              <a:buClr>
                <a:schemeClr val="dk1"/>
              </a:buClr>
              <a:buSzPts val="1300"/>
              <a:buFont typeface="Arimo"/>
              <a:buChar char="➔"/>
            </a:pPr>
            <a:r>
              <a:rPr lang="en" sz="1300">
                <a:solidFill>
                  <a:schemeClr val="dk1"/>
                </a:solidFill>
                <a:latin typeface="Arimo"/>
                <a:ea typeface="Arimo"/>
                <a:cs typeface="Arimo"/>
                <a:sym typeface="Arimo"/>
              </a:rPr>
              <a:t>Has </a:t>
            </a:r>
            <a:r>
              <a:rPr lang="en" sz="1300">
                <a:solidFill>
                  <a:schemeClr val="dk1"/>
                </a:solidFill>
                <a:latin typeface="Arimo"/>
                <a:ea typeface="Arimo"/>
                <a:cs typeface="Arimo"/>
                <a:sym typeface="Arimo"/>
              </a:rPr>
              <a:t>seasons/months with a weaker traveling</a:t>
            </a:r>
            <a:r>
              <a:rPr lang="en" sz="1300">
                <a:solidFill>
                  <a:schemeClr val="dk1"/>
                </a:solidFill>
                <a:latin typeface="Arimo"/>
                <a:ea typeface="Arimo"/>
                <a:cs typeface="Arimo"/>
                <a:sym typeface="Arimo"/>
              </a:rPr>
              <a:t> performance </a:t>
            </a:r>
            <a:endParaRPr sz="13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pic>
        <p:nvPicPr>
          <p:cNvPr id="2230" name="Google Shape;2230;p30"/>
          <p:cNvPicPr preferRelativeResize="0"/>
          <p:nvPr/>
        </p:nvPicPr>
        <p:blipFill>
          <a:blip r:embed="rId3">
            <a:alphaModFix/>
          </a:blip>
          <a:stretch>
            <a:fillRect/>
          </a:stretch>
        </p:blipFill>
        <p:spPr>
          <a:xfrm>
            <a:off x="271350" y="1340850"/>
            <a:ext cx="2557800" cy="2461800"/>
          </a:xfrm>
          <a:prstGeom prst="round2DiagRect">
            <a:avLst>
              <a:gd fmla="val 16667" name="adj1"/>
              <a:gd fmla="val 0" name="adj2"/>
            </a:avLst>
          </a:prstGeom>
          <a:noFill/>
          <a:ln>
            <a:noFill/>
          </a:ln>
        </p:spPr>
      </p:pic>
      <p:pic>
        <p:nvPicPr>
          <p:cNvPr id="2231" name="Google Shape;2231;p30"/>
          <p:cNvPicPr preferRelativeResize="0"/>
          <p:nvPr/>
        </p:nvPicPr>
        <p:blipFill>
          <a:blip r:embed="rId4">
            <a:alphaModFix/>
          </a:blip>
          <a:stretch>
            <a:fillRect/>
          </a:stretch>
        </p:blipFill>
        <p:spPr>
          <a:xfrm>
            <a:off x="5597750" y="1625400"/>
            <a:ext cx="3356700" cy="2019600"/>
          </a:xfrm>
          <a:prstGeom prst="round2DiagRect">
            <a:avLst>
              <a:gd fmla="val 16667" name="adj1"/>
              <a:gd fmla="val 0" name="adj2"/>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5" name="Shape 2235"/>
        <p:cNvGrpSpPr/>
        <p:nvPr/>
      </p:nvGrpSpPr>
      <p:grpSpPr>
        <a:xfrm>
          <a:off x="0" y="0"/>
          <a:ext cx="0" cy="0"/>
          <a:chOff x="0" y="0"/>
          <a:chExt cx="0" cy="0"/>
        </a:xfrm>
      </p:grpSpPr>
      <p:sp>
        <p:nvSpPr>
          <p:cNvPr id="2236" name="Google Shape;2236;p31"/>
          <p:cNvSpPr/>
          <p:nvPr/>
        </p:nvSpPr>
        <p:spPr>
          <a:xfrm>
            <a:off x="415425" y="846725"/>
            <a:ext cx="5061900" cy="82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2237" name="Google Shape;2237;p31"/>
          <p:cNvSpPr txBox="1"/>
          <p:nvPr>
            <p:ph type="title"/>
          </p:nvPr>
        </p:nvSpPr>
        <p:spPr>
          <a:xfrm>
            <a:off x="415425" y="163450"/>
            <a:ext cx="7655700" cy="122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Sentiment</a:t>
            </a:r>
            <a:r>
              <a:rPr lang="en" sz="2900"/>
              <a:t> Analysis/Traveler Insights:</a:t>
            </a:r>
            <a:endParaRPr sz="2900"/>
          </a:p>
          <a:p>
            <a:pPr indent="0" lvl="0" marL="0" rtl="0" algn="l">
              <a:spcBef>
                <a:spcPts val="0"/>
              </a:spcBef>
              <a:spcAft>
                <a:spcPts val="0"/>
              </a:spcAft>
              <a:buNone/>
            </a:pPr>
            <a:r>
              <a:t/>
            </a:r>
            <a:endParaRPr sz="3000"/>
          </a:p>
        </p:txBody>
      </p:sp>
      <p:pic>
        <p:nvPicPr>
          <p:cNvPr id="2238" name="Google Shape;2238;p31"/>
          <p:cNvPicPr preferRelativeResize="0"/>
          <p:nvPr/>
        </p:nvPicPr>
        <p:blipFill rotWithShape="1">
          <a:blip r:embed="rId3">
            <a:alphaModFix/>
          </a:blip>
          <a:srcRect b="0" l="24469" r="17697" t="0"/>
          <a:stretch/>
        </p:blipFill>
        <p:spPr>
          <a:xfrm>
            <a:off x="415425" y="1195500"/>
            <a:ext cx="3380400" cy="3026400"/>
          </a:xfrm>
          <a:prstGeom prst="round1Rect">
            <a:avLst>
              <a:gd fmla="val 16667" name="adj"/>
            </a:avLst>
          </a:prstGeom>
          <a:noFill/>
          <a:ln>
            <a:noFill/>
          </a:ln>
        </p:spPr>
      </p:pic>
      <p:pic>
        <p:nvPicPr>
          <p:cNvPr id="2239" name="Google Shape;2239;p31"/>
          <p:cNvPicPr preferRelativeResize="0"/>
          <p:nvPr/>
        </p:nvPicPr>
        <p:blipFill>
          <a:blip r:embed="rId4">
            <a:alphaModFix/>
          </a:blip>
          <a:stretch>
            <a:fillRect/>
          </a:stretch>
        </p:blipFill>
        <p:spPr>
          <a:xfrm>
            <a:off x="4212060" y="1388050"/>
            <a:ext cx="4552788" cy="2665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3" name="Shape 2243"/>
        <p:cNvGrpSpPr/>
        <p:nvPr/>
      </p:nvGrpSpPr>
      <p:grpSpPr>
        <a:xfrm>
          <a:off x="0" y="0"/>
          <a:ext cx="0" cy="0"/>
          <a:chOff x="0" y="0"/>
          <a:chExt cx="0" cy="0"/>
        </a:xfrm>
      </p:grpSpPr>
      <p:sp>
        <p:nvSpPr>
          <p:cNvPr id="2244" name="Google Shape;2244;p32"/>
          <p:cNvSpPr txBox="1"/>
          <p:nvPr>
            <p:ph type="title"/>
          </p:nvPr>
        </p:nvSpPr>
        <p:spPr>
          <a:xfrm>
            <a:off x="723900" y="552451"/>
            <a:ext cx="7673400" cy="10935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How does Travel Insights succeed with this?</a:t>
            </a:r>
            <a:endParaRPr/>
          </a:p>
          <a:p>
            <a:pPr indent="0" lvl="0" marL="0" rtl="0" algn="l">
              <a:spcBef>
                <a:spcPts val="0"/>
              </a:spcBef>
              <a:spcAft>
                <a:spcPts val="0"/>
              </a:spcAft>
              <a:buNone/>
            </a:pPr>
            <a:r>
              <a:t/>
            </a:r>
            <a:endParaRPr/>
          </a:p>
        </p:txBody>
      </p:sp>
      <p:sp>
        <p:nvSpPr>
          <p:cNvPr id="2245" name="Google Shape;2245;p32"/>
          <p:cNvSpPr txBox="1"/>
          <p:nvPr/>
        </p:nvSpPr>
        <p:spPr>
          <a:xfrm>
            <a:off x="1005850" y="1455425"/>
            <a:ext cx="6934200" cy="31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b="1" lang="en" sz="1200">
                <a:solidFill>
                  <a:schemeClr val="dk1"/>
                </a:solidFill>
                <a:latin typeface="Arimo"/>
                <a:ea typeface="Arimo"/>
                <a:cs typeface="Arimo"/>
                <a:sym typeface="Arimo"/>
              </a:rPr>
              <a:t>Who</a:t>
            </a:r>
            <a:r>
              <a:rPr lang="en" sz="1200">
                <a:solidFill>
                  <a:schemeClr val="dk1"/>
                </a:solidFill>
                <a:latin typeface="Arimo"/>
                <a:ea typeface="Arimo"/>
                <a:cs typeface="Arimo"/>
                <a:sym typeface="Arimo"/>
              </a:rPr>
              <a:t> can our platform impact?:</a:t>
            </a:r>
            <a:endParaRPr sz="1200">
              <a:solidFill>
                <a:schemeClr val="dk1"/>
              </a:solidFill>
              <a:latin typeface="Arimo"/>
              <a:ea typeface="Arimo"/>
              <a:cs typeface="Arimo"/>
              <a:sym typeface="Arimo"/>
            </a:endParaRPr>
          </a:p>
          <a:p>
            <a:pPr indent="0" lvl="0" marL="0" rtl="0" algn="l">
              <a:spcBef>
                <a:spcPts val="0"/>
              </a:spcBef>
              <a:spcAft>
                <a:spcPts val="0"/>
              </a:spcAft>
              <a:buNone/>
            </a:pPr>
            <a:r>
              <a:rPr lang="en" sz="1200">
                <a:solidFill>
                  <a:schemeClr val="dk1"/>
                </a:solidFill>
                <a:latin typeface="Arimo"/>
                <a:ea typeface="Arimo"/>
                <a:cs typeface="Arimo"/>
                <a:sym typeface="Arimo"/>
              </a:rPr>
              <a:t>Travel Insights can successfully support tourism businesses, travel planners, and travelers by providing insights that can contribute towards  their decision making process and possible investments. We look into visitor sentiment analysis, ratings, demand, and patterns.</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b="1" lang="en" sz="1200">
                <a:solidFill>
                  <a:schemeClr val="dk1"/>
                </a:solidFill>
                <a:latin typeface="Arimo"/>
                <a:ea typeface="Arimo"/>
                <a:cs typeface="Arimo"/>
                <a:sym typeface="Arimo"/>
              </a:rPr>
              <a:t>When</a:t>
            </a:r>
            <a:r>
              <a:rPr lang="en" sz="1200">
                <a:solidFill>
                  <a:schemeClr val="dk1"/>
                </a:solidFill>
                <a:latin typeface="Arimo"/>
                <a:ea typeface="Arimo"/>
                <a:cs typeface="Arimo"/>
                <a:sym typeface="Arimo"/>
              </a:rPr>
              <a:t> is it the best time to travel?:</a:t>
            </a:r>
            <a:endParaRPr sz="1200">
              <a:solidFill>
                <a:schemeClr val="dk1"/>
              </a:solidFill>
              <a:latin typeface="Arimo"/>
              <a:ea typeface="Arimo"/>
              <a:cs typeface="Arimo"/>
              <a:sym typeface="Arimo"/>
            </a:endParaRPr>
          </a:p>
          <a:p>
            <a:pPr indent="0" lvl="0" marL="0" rtl="0" algn="l">
              <a:spcBef>
                <a:spcPts val="0"/>
              </a:spcBef>
              <a:spcAft>
                <a:spcPts val="0"/>
              </a:spcAft>
              <a:buNone/>
            </a:pPr>
            <a:r>
              <a:rPr lang="en" sz="1200">
                <a:solidFill>
                  <a:schemeClr val="dk1"/>
                </a:solidFill>
                <a:latin typeface="Arimo"/>
                <a:ea typeface="Arimo"/>
                <a:cs typeface="Arimo"/>
                <a:sym typeface="Arimo"/>
              </a:rPr>
              <a:t>Our traffic predictions and seasonal charts reveal low and high traffic months and seasons that can guide travels to knowing when travel times are most favorable and successful and full in volume. In knowing the weakest months and seasons, business and travelers will also have insights towards which travel periods are not favorable and successful.</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b="1" lang="en" sz="1200">
                <a:solidFill>
                  <a:schemeClr val="dk1"/>
                </a:solidFill>
                <a:latin typeface="Arimo"/>
                <a:ea typeface="Arimo"/>
                <a:cs typeface="Arimo"/>
                <a:sym typeface="Arimo"/>
              </a:rPr>
              <a:t>Which</a:t>
            </a:r>
            <a:r>
              <a:rPr lang="en" sz="1200">
                <a:solidFill>
                  <a:schemeClr val="dk1"/>
                </a:solidFill>
                <a:latin typeface="Arimo"/>
                <a:ea typeface="Arimo"/>
                <a:cs typeface="Arimo"/>
                <a:sym typeface="Arimo"/>
              </a:rPr>
              <a:t> destinations deserve tourism?:</a:t>
            </a:r>
            <a:endParaRPr sz="1200">
              <a:solidFill>
                <a:schemeClr val="dk1"/>
              </a:solidFill>
              <a:latin typeface="Arimo"/>
              <a:ea typeface="Arimo"/>
              <a:cs typeface="Arimo"/>
              <a:sym typeface="Arimo"/>
            </a:endParaRPr>
          </a:p>
          <a:p>
            <a:pPr indent="0" lvl="0" marL="0" rtl="0" algn="l">
              <a:spcBef>
                <a:spcPts val="0"/>
              </a:spcBef>
              <a:spcAft>
                <a:spcPts val="0"/>
              </a:spcAft>
              <a:buNone/>
            </a:pPr>
            <a:r>
              <a:rPr lang="en" sz="1200">
                <a:solidFill>
                  <a:schemeClr val="dk1"/>
                </a:solidFill>
                <a:latin typeface="Arimo"/>
                <a:ea typeface="Arimo"/>
                <a:cs typeface="Arimo"/>
                <a:sym typeface="Arimo"/>
              </a:rPr>
              <a:t>Our sentiment scores and analysis help reveal destinations with strong positive feedback. In tying our successful destinations with our low volume and growth, we can find travel opportunities along with investments and promotions for our audiences as well.</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9" name="Shape 2249"/>
        <p:cNvGrpSpPr/>
        <p:nvPr/>
      </p:nvGrpSpPr>
      <p:grpSpPr>
        <a:xfrm>
          <a:off x="0" y="0"/>
          <a:ext cx="0" cy="0"/>
          <a:chOff x="0" y="0"/>
          <a:chExt cx="0" cy="0"/>
        </a:xfrm>
      </p:grpSpPr>
      <p:pic>
        <p:nvPicPr>
          <p:cNvPr descr="an airplane with a red light on the nose is flying in the air (provided by Tenor)" id="2250" name="Google Shape;2250;p33"/>
          <p:cNvPicPr preferRelativeResize="0"/>
          <p:nvPr/>
        </p:nvPicPr>
        <p:blipFill>
          <a:blip r:embed="rId3">
            <a:alphaModFix/>
          </a:blip>
          <a:stretch>
            <a:fillRect/>
          </a:stretch>
        </p:blipFill>
        <p:spPr>
          <a:xfrm>
            <a:off x="3688675" y="0"/>
            <a:ext cx="1766650" cy="1852200"/>
          </a:xfrm>
          <a:prstGeom prst="rect">
            <a:avLst/>
          </a:prstGeom>
          <a:noFill/>
          <a:ln>
            <a:noFill/>
          </a:ln>
        </p:spPr>
      </p:pic>
      <p:sp>
        <p:nvSpPr>
          <p:cNvPr id="2251" name="Google Shape;2251;p33"/>
          <p:cNvSpPr/>
          <p:nvPr/>
        </p:nvSpPr>
        <p:spPr>
          <a:xfrm>
            <a:off x="2041050" y="3549450"/>
            <a:ext cx="5061900" cy="82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2252" name="Google Shape;2252;p33"/>
          <p:cNvSpPr txBox="1"/>
          <p:nvPr>
            <p:ph type="title"/>
          </p:nvPr>
        </p:nvSpPr>
        <p:spPr>
          <a:xfrm>
            <a:off x="1977900" y="1259500"/>
            <a:ext cx="5188200" cy="24228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SzPts val="9000"/>
              <a:buNone/>
            </a:pPr>
            <a:r>
              <a:rPr lang="en"/>
              <a:t>Thank You!</a:t>
            </a:r>
            <a:endParaRPr/>
          </a:p>
        </p:txBody>
      </p:sp>
      <p:grpSp>
        <p:nvGrpSpPr>
          <p:cNvPr id="2253" name="Google Shape;2253;p33"/>
          <p:cNvGrpSpPr/>
          <p:nvPr/>
        </p:nvGrpSpPr>
        <p:grpSpPr>
          <a:xfrm>
            <a:off x="-406974" y="2485404"/>
            <a:ext cx="2651740" cy="2840903"/>
            <a:chOff x="3700202" y="2700338"/>
            <a:chExt cx="1654132" cy="2109842"/>
          </a:xfrm>
        </p:grpSpPr>
        <p:sp>
          <p:nvSpPr>
            <p:cNvPr id="2254" name="Google Shape;2254;p33"/>
            <p:cNvSpPr/>
            <p:nvPr/>
          </p:nvSpPr>
          <p:spPr>
            <a:xfrm>
              <a:off x="3700202" y="2700338"/>
              <a:ext cx="1654132" cy="2109842"/>
            </a:xfrm>
            <a:custGeom>
              <a:rect b="b" l="l" r="r" t="t"/>
              <a:pathLst>
                <a:path extrusionOk="0" h="63780" w="50004">
                  <a:moveTo>
                    <a:pt x="50004" y="50004"/>
                  </a:moveTo>
                  <a:lnTo>
                    <a:pt x="0" y="0"/>
                  </a:lnTo>
                  <a:lnTo>
                    <a:pt x="79" y="29993"/>
                  </a:lnTo>
                  <a:lnTo>
                    <a:pt x="33867" y="63780"/>
                  </a:lnTo>
                  <a:lnTo>
                    <a:pt x="50001" y="63703"/>
                  </a:lnTo>
                  <a:lnTo>
                    <a:pt x="50004" y="50004"/>
                  </a:lnTo>
                  <a:close/>
                </a:path>
              </a:pathLst>
            </a:custGeom>
            <a:solidFill>
              <a:srgbClr val="E6B8AF"/>
            </a:solidFill>
            <a:ln>
              <a:noFill/>
            </a:ln>
          </p:spPr>
          <p:txBody>
            <a:bodyPr anchorCtr="0" anchor="t" bIns="46550" lIns="93100" spcFirstLastPara="1" rIns="93100" wrap="square" tIns="46550">
              <a:noAutofit/>
            </a:bodyPr>
            <a:lstStyle/>
            <a:p>
              <a:pPr indent="0" lvl="0" marL="0" marR="0" rtl="0" algn="l">
                <a:lnSpc>
                  <a:spcPct val="100000"/>
                </a:lnSpc>
                <a:spcBef>
                  <a:spcPts val="0"/>
                </a:spcBef>
                <a:spcAft>
                  <a:spcPts val="0"/>
                </a:spcAft>
                <a:buClr>
                  <a:srgbClr val="000000"/>
                </a:buClr>
                <a:buSzPts val="1426"/>
                <a:buFont typeface="Arial"/>
                <a:buNone/>
              </a:pPr>
              <a:r>
                <a:t/>
              </a:r>
              <a:endParaRPr b="0" i="0" sz="1425" u="none" cap="none" strike="noStrike">
                <a:solidFill>
                  <a:srgbClr val="000000"/>
                </a:solidFill>
                <a:latin typeface="Arial"/>
                <a:ea typeface="Arial"/>
                <a:cs typeface="Arial"/>
                <a:sym typeface="Arial"/>
              </a:endParaRPr>
            </a:p>
          </p:txBody>
        </p:sp>
        <p:sp>
          <p:nvSpPr>
            <p:cNvPr id="2255" name="Google Shape;2255;p33"/>
            <p:cNvSpPr/>
            <p:nvPr/>
          </p:nvSpPr>
          <p:spPr>
            <a:xfrm>
              <a:off x="3703377" y="3690938"/>
              <a:ext cx="1117623" cy="1117589"/>
            </a:xfrm>
            <a:custGeom>
              <a:rect b="b" l="l" r="r" t="t"/>
              <a:pathLst>
                <a:path extrusionOk="0" h="33787" w="33788">
                  <a:moveTo>
                    <a:pt x="0" y="0"/>
                  </a:moveTo>
                  <a:lnTo>
                    <a:pt x="33788" y="33787"/>
                  </a:lnTo>
                  <a:lnTo>
                    <a:pt x="36" y="33751"/>
                  </a:lnTo>
                  <a:lnTo>
                    <a:pt x="0" y="0"/>
                  </a:lnTo>
                  <a:close/>
                </a:path>
              </a:pathLst>
            </a:custGeom>
            <a:solidFill>
              <a:schemeClr val="lt2"/>
            </a:solidFill>
            <a:ln>
              <a:noFill/>
            </a:ln>
          </p:spPr>
          <p:txBody>
            <a:bodyPr anchorCtr="0" anchor="t" bIns="46550" lIns="93100" spcFirstLastPara="1" rIns="93100" wrap="square" tIns="46550">
              <a:noAutofit/>
            </a:bodyPr>
            <a:lstStyle/>
            <a:p>
              <a:pPr indent="0" lvl="0" marL="0" marR="0" rtl="0" algn="l">
                <a:lnSpc>
                  <a:spcPct val="100000"/>
                </a:lnSpc>
                <a:spcBef>
                  <a:spcPts val="0"/>
                </a:spcBef>
                <a:spcAft>
                  <a:spcPts val="0"/>
                </a:spcAft>
                <a:buClr>
                  <a:srgbClr val="000000"/>
                </a:buClr>
                <a:buSzPts val="1426"/>
                <a:buFont typeface="Arial"/>
                <a:buNone/>
              </a:pPr>
              <a:r>
                <a:t/>
              </a:r>
              <a:endParaRPr b="0" i="0" sz="1425" u="none" cap="none" strike="noStrike">
                <a:solidFill>
                  <a:srgbClr val="000000"/>
                </a:solidFill>
                <a:latin typeface="Arial"/>
                <a:ea typeface="Arial"/>
                <a:cs typeface="Arial"/>
                <a:sym typeface="Arial"/>
              </a:endParaRPr>
            </a:p>
          </p:txBody>
        </p:sp>
        <p:sp>
          <p:nvSpPr>
            <p:cNvPr id="2256" name="Google Shape;2256;p33"/>
            <p:cNvSpPr/>
            <p:nvPr/>
          </p:nvSpPr>
          <p:spPr>
            <a:xfrm>
              <a:off x="4057390" y="3656013"/>
              <a:ext cx="935041" cy="652454"/>
            </a:xfrm>
            <a:custGeom>
              <a:rect b="b" l="l" r="r" t="t"/>
              <a:pathLst>
                <a:path extrusionOk="0" h="19728" w="28281">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anchorCtr="0" anchor="t" bIns="46550" lIns="93100" spcFirstLastPara="1" rIns="93100" wrap="square" tIns="46550">
              <a:noAutofit/>
            </a:bodyPr>
            <a:lstStyle/>
            <a:p>
              <a:pPr indent="0" lvl="0" marL="0" marR="0" rtl="0" algn="l">
                <a:lnSpc>
                  <a:spcPct val="100000"/>
                </a:lnSpc>
                <a:spcBef>
                  <a:spcPts val="0"/>
                </a:spcBef>
                <a:spcAft>
                  <a:spcPts val="0"/>
                </a:spcAft>
                <a:buClr>
                  <a:srgbClr val="000000"/>
                </a:buClr>
                <a:buSzPts val="1426"/>
                <a:buFont typeface="Arial"/>
                <a:buNone/>
              </a:pPr>
              <a:r>
                <a:t/>
              </a:r>
              <a:endParaRPr b="0" i="0" sz="1425" u="none" cap="none" strike="noStrike">
                <a:solidFill>
                  <a:srgbClr val="000000"/>
                </a:solidFill>
                <a:latin typeface="Arial"/>
                <a:ea typeface="Arial"/>
                <a:cs typeface="Arial"/>
                <a:sym typeface="Arial"/>
              </a:endParaRPr>
            </a:p>
          </p:txBody>
        </p:sp>
        <p:sp>
          <p:nvSpPr>
            <p:cNvPr id="2257" name="Google Shape;2257;p33"/>
            <p:cNvSpPr/>
            <p:nvPr/>
          </p:nvSpPr>
          <p:spPr>
            <a:xfrm>
              <a:off x="3746240" y="3967163"/>
              <a:ext cx="935041" cy="652471"/>
            </a:xfrm>
            <a:custGeom>
              <a:rect b="b" l="l" r="r" t="t"/>
              <a:pathLst>
                <a:path extrusionOk="0" h="19727" w="28281">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anchorCtr="0" anchor="t" bIns="46550" lIns="93100" spcFirstLastPara="1" rIns="93100" wrap="square" tIns="46550">
              <a:noAutofit/>
            </a:bodyPr>
            <a:lstStyle/>
            <a:p>
              <a:pPr indent="0" lvl="0" marL="0" marR="0" rtl="0" algn="l">
                <a:lnSpc>
                  <a:spcPct val="100000"/>
                </a:lnSpc>
                <a:spcBef>
                  <a:spcPts val="0"/>
                </a:spcBef>
                <a:spcAft>
                  <a:spcPts val="0"/>
                </a:spcAft>
                <a:buClr>
                  <a:srgbClr val="000000"/>
                </a:buClr>
                <a:buSzPts val="1426"/>
                <a:buFont typeface="Arial"/>
                <a:buNone/>
              </a:pPr>
              <a:r>
                <a:t/>
              </a:r>
              <a:endParaRPr b="0" i="0" sz="1425" u="none" cap="none" strike="noStrike">
                <a:solidFill>
                  <a:srgbClr val="000000"/>
                </a:solidFill>
                <a:latin typeface="Arial"/>
                <a:ea typeface="Arial"/>
                <a:cs typeface="Arial"/>
                <a:sym typeface="Arial"/>
              </a:endParaRPr>
            </a:p>
          </p:txBody>
        </p:sp>
        <p:sp>
          <p:nvSpPr>
            <p:cNvPr id="2258" name="Google Shape;2258;p33"/>
            <p:cNvSpPr/>
            <p:nvPr/>
          </p:nvSpPr>
          <p:spPr>
            <a:xfrm>
              <a:off x="4128827" y="3976688"/>
              <a:ext cx="401633" cy="401633"/>
            </a:xfrm>
            <a:custGeom>
              <a:rect b="b" l="l" r="r" t="t"/>
              <a:pathLst>
                <a:path extrusionOk="0" h="12133" w="12133">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anchorCtr="0" anchor="t" bIns="46550" lIns="93100" spcFirstLastPara="1" rIns="93100" wrap="square" tIns="46550">
              <a:noAutofit/>
            </a:bodyPr>
            <a:lstStyle/>
            <a:p>
              <a:pPr indent="0" lvl="0" marL="0" marR="0" rtl="0" algn="l">
                <a:lnSpc>
                  <a:spcPct val="100000"/>
                </a:lnSpc>
                <a:spcBef>
                  <a:spcPts val="0"/>
                </a:spcBef>
                <a:spcAft>
                  <a:spcPts val="0"/>
                </a:spcAft>
                <a:buClr>
                  <a:srgbClr val="000000"/>
                </a:buClr>
                <a:buSzPts val="1426"/>
                <a:buFont typeface="Arial"/>
                <a:buNone/>
              </a:pPr>
              <a:r>
                <a:t/>
              </a:r>
              <a:endParaRPr b="0" i="0" sz="1425" u="none" cap="none" strike="noStrike">
                <a:solidFill>
                  <a:srgbClr val="000000"/>
                </a:solidFill>
                <a:latin typeface="Arial"/>
                <a:ea typeface="Arial"/>
                <a:cs typeface="Arial"/>
                <a:sym typeface="Arial"/>
              </a:endParaRPr>
            </a:p>
          </p:txBody>
        </p:sp>
        <p:sp>
          <p:nvSpPr>
            <p:cNvPr id="2259" name="Google Shape;2259;p33"/>
            <p:cNvSpPr/>
            <p:nvPr/>
          </p:nvSpPr>
          <p:spPr>
            <a:xfrm>
              <a:off x="4211377" y="3895725"/>
              <a:ext cx="401633" cy="401633"/>
            </a:xfrm>
            <a:custGeom>
              <a:rect b="b" l="l" r="r" t="t"/>
              <a:pathLst>
                <a:path extrusionOk="0" h="12133" w="12133">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anchorCtr="0" anchor="t" bIns="46550" lIns="93100" spcFirstLastPara="1" rIns="93100" wrap="square" tIns="46550">
              <a:noAutofit/>
            </a:bodyPr>
            <a:lstStyle/>
            <a:p>
              <a:pPr indent="0" lvl="0" marL="0" marR="0" rtl="0" algn="l">
                <a:lnSpc>
                  <a:spcPct val="100000"/>
                </a:lnSpc>
                <a:spcBef>
                  <a:spcPts val="0"/>
                </a:spcBef>
                <a:spcAft>
                  <a:spcPts val="0"/>
                </a:spcAft>
                <a:buClr>
                  <a:srgbClr val="000000"/>
                </a:buClr>
                <a:buSzPts val="1426"/>
                <a:buFont typeface="Arial"/>
                <a:buNone/>
              </a:pPr>
              <a:r>
                <a:t/>
              </a:r>
              <a:endParaRPr b="0" i="0" sz="1425"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Workplan by Slidesgo">
  <a:themeElements>
    <a:clrScheme name="Simple Light">
      <a:dk1>
        <a:srgbClr val="1C343C"/>
      </a:dk1>
      <a:lt1>
        <a:srgbClr val="F0EBE4"/>
      </a:lt1>
      <a:dk2>
        <a:srgbClr val="4C6A78"/>
      </a:dk2>
      <a:lt2>
        <a:srgbClr val="A7B3B2"/>
      </a:lt2>
      <a:accent1>
        <a:srgbClr val="E0B4A4"/>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